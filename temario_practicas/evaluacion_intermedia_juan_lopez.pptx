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300" r:id="rId2"/>
    <p:sldId id="315" r:id="rId3"/>
    <p:sldId id="301" r:id="rId4"/>
    <p:sldId id="303" r:id="rId5"/>
    <p:sldId id="304" r:id="rId6"/>
    <p:sldId id="305" r:id="rId7"/>
    <p:sldId id="319" r:id="rId8"/>
    <p:sldId id="316" r:id="rId9"/>
  </p:sldIdLst>
  <p:sldSz cx="18288000" cy="10287000"/>
  <p:notesSz cx="6858000" cy="9144000"/>
  <p:embeddedFontLst>
    <p:embeddedFont>
      <p:font typeface="Montserrat" panose="00000500000000000000" pitchFamily="2" charset="0"/>
      <p:regular r:id="rId10"/>
      <p:bold r:id="rId11"/>
    </p:embeddedFont>
    <p:embeddedFont>
      <p:font typeface="Montserrat Italics" panose="020B0604020202020204" charset="0"/>
      <p:regular r:id="rId12"/>
    </p:embeddedFont>
    <p:embeddedFont>
      <p:font typeface="Montserrat SemiBold" panose="00000700000000000000" pitchFamily="2" charset="0"/>
      <p:bold r:id="rId13"/>
    </p:embeddedFont>
    <p:embeddedFont>
      <p:font typeface="Montserrat Ultra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6BEE4-8F48-44F0-8678-52D1DB3F5CC7}" v="37" dt="2026-10-27T21:23:09.827"/>
  </p1510:revLst>
</p1510:revInfo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94622" autoAdjust="0"/>
  </p:normalViewPr>
  <p:slideViewPr>
    <p:cSldViewPr>
      <p:cViewPr varScale="1">
        <p:scale>
          <a:sx n="65" d="100"/>
          <a:sy n="65" d="100"/>
        </p:scale>
        <p:origin x="51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López Puebla" userId="6d6ec9f20abaede1" providerId="LiveId" clId="{03E15AAA-C231-48D2-A275-28490D609408}"/>
    <pc:docChg chg="undo redo custSel addSld delSld modSld sldOrd modMainMaster">
      <pc:chgData name="Juan López Puebla" userId="6d6ec9f20abaede1" providerId="LiveId" clId="{03E15AAA-C231-48D2-A275-28490D609408}" dt="2026-10-27T21:34:46.961" v="1612" actId="478"/>
      <pc:docMkLst>
        <pc:docMk/>
      </pc:docMkLst>
      <pc:sldChg chg="modSp mod modTransition">
        <pc:chgData name="Juan López Puebla" userId="6d6ec9f20abaede1" providerId="LiveId" clId="{03E15AAA-C231-48D2-A275-28490D609408}" dt="2026-10-27T20:58:06.733" v="1556"/>
        <pc:sldMkLst>
          <pc:docMk/>
          <pc:sldMk cId="0" sldId="300"/>
        </pc:sldMkLst>
        <pc:spChg chg="mod">
          <ac:chgData name="Juan López Puebla" userId="6d6ec9f20abaede1" providerId="LiveId" clId="{03E15AAA-C231-48D2-A275-28490D609408}" dt="2026-10-27T18:52:43.005" v="807" actId="6559"/>
          <ac:spMkLst>
            <pc:docMk/>
            <pc:sldMk cId="0" sldId="300"/>
            <ac:spMk id="102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52:49.058" v="808" actId="6559"/>
          <ac:spMkLst>
            <pc:docMk/>
            <pc:sldMk cId="0" sldId="300"/>
            <ac:spMk id="103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0"/>
            <ac:spMk id="104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0"/>
            <ac:spMk id="105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0"/>
            <ac:spMk id="106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0"/>
            <ac:spMk id="107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0"/>
            <ac:spMk id="108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0"/>
            <ac:spMk id="109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0"/>
            <ac:spMk id="110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52:15.970" v="806" actId="404"/>
          <ac:spMkLst>
            <pc:docMk/>
            <pc:sldMk cId="0" sldId="300"/>
            <ac:spMk id="111" creationId="{00000000-0000-0000-0000-000000000000}"/>
          </ac:spMkLst>
        </pc:spChg>
      </pc:sldChg>
      <pc:sldChg chg="addSp delSp modSp mod ord modTransition">
        <pc:chgData name="Juan López Puebla" userId="6d6ec9f20abaede1" providerId="LiveId" clId="{03E15AAA-C231-48D2-A275-28490D609408}" dt="2026-10-27T20:58:06.733" v="1556"/>
        <pc:sldMkLst>
          <pc:docMk/>
          <pc:sldMk cId="0" sldId="301"/>
        </pc:sldMkLst>
        <pc:spChg chg="add del mod">
          <ac:chgData name="Juan López Puebla" userId="6d6ec9f20abaede1" providerId="LiveId" clId="{03E15AAA-C231-48D2-A275-28490D609408}" dt="2026-10-27T19:07:28.758" v="883" actId="22"/>
          <ac:spMkLst>
            <pc:docMk/>
            <pc:sldMk cId="0" sldId="301"/>
            <ac:spMk id="3" creationId="{99805C0F-3DBC-0A08-8FBD-56E5E73BB21E}"/>
          </ac:spMkLst>
        </pc:spChg>
        <pc:spChg chg="add del mod">
          <ac:chgData name="Juan López Puebla" userId="6d6ec9f20abaede1" providerId="LiveId" clId="{03E15AAA-C231-48D2-A275-28490D609408}" dt="2026-10-27T19:07:52.789" v="895" actId="22"/>
          <ac:spMkLst>
            <pc:docMk/>
            <pc:sldMk cId="0" sldId="301"/>
            <ac:spMk id="5" creationId="{17E84989-A24B-04FF-AA23-9942C82DE550}"/>
          </ac:spMkLst>
        </pc:spChg>
        <pc:spChg chg="add del mod">
          <ac:chgData name="Juan López Puebla" userId="6d6ec9f20abaede1" providerId="LiveId" clId="{03E15AAA-C231-48D2-A275-28490D609408}" dt="2026-10-27T19:08:41.611" v="904" actId="478"/>
          <ac:spMkLst>
            <pc:docMk/>
            <pc:sldMk cId="0" sldId="301"/>
            <ac:spMk id="7" creationId="{B4887F73-0FE4-2679-4C6C-AF9063057553}"/>
          </ac:spMkLst>
        </pc:spChg>
        <pc:spChg chg="add del">
          <ac:chgData name="Juan López Puebla" userId="6d6ec9f20abaede1" providerId="LiveId" clId="{03E15AAA-C231-48D2-A275-28490D609408}" dt="2026-10-27T19:08:10.377" v="899" actId="22"/>
          <ac:spMkLst>
            <pc:docMk/>
            <pc:sldMk cId="0" sldId="301"/>
            <ac:spMk id="9" creationId="{FC3AFC06-9B58-710B-D4BA-8E8CCCC3F61F}"/>
          </ac:spMkLst>
        </pc:spChg>
        <pc:spChg chg="add del">
          <ac:chgData name="Juan López Puebla" userId="6d6ec9f20abaede1" providerId="LiveId" clId="{03E15AAA-C231-48D2-A275-28490D609408}" dt="2026-10-27T19:08:16.175" v="901" actId="22"/>
          <ac:spMkLst>
            <pc:docMk/>
            <pc:sldMk cId="0" sldId="301"/>
            <ac:spMk id="11" creationId="{25387802-737B-3AA4-2785-B7663E16D2BE}"/>
          </ac:spMkLst>
        </pc:spChg>
        <pc:spChg chg="add mod">
          <ac:chgData name="Juan López Puebla" userId="6d6ec9f20abaede1" providerId="LiveId" clId="{03E15AAA-C231-48D2-A275-28490D609408}" dt="2026-10-27T19:25:25.314" v="1231" actId="1076"/>
          <ac:spMkLst>
            <pc:docMk/>
            <pc:sldMk cId="0" sldId="301"/>
            <ac:spMk id="13" creationId="{369727FB-2713-4101-C4A7-553712E104C8}"/>
          </ac:spMkLst>
        </pc:spChg>
        <pc:spChg chg="add mod">
          <ac:chgData name="Juan López Puebla" userId="6d6ec9f20abaede1" providerId="LiveId" clId="{03E15AAA-C231-48D2-A275-28490D609408}" dt="2026-10-27T19:25:25.314" v="1231" actId="1076"/>
          <ac:spMkLst>
            <pc:docMk/>
            <pc:sldMk cId="0" sldId="301"/>
            <ac:spMk id="15" creationId="{384C2435-C071-E5A4-0CE3-6CA0E341638A}"/>
          </ac:spMkLst>
        </pc:spChg>
        <pc:spChg chg="add del mod">
          <ac:chgData name="Juan López Puebla" userId="6d6ec9f20abaede1" providerId="LiveId" clId="{03E15AAA-C231-48D2-A275-28490D609408}" dt="2026-10-27T19:09:51.764" v="955" actId="22"/>
          <ac:spMkLst>
            <pc:docMk/>
            <pc:sldMk cId="0" sldId="301"/>
            <ac:spMk id="17" creationId="{C688CD1C-88A8-42D6-D1E1-C74FA7237B29}"/>
          </ac:spMkLst>
        </pc:spChg>
        <pc:spChg chg="add mod">
          <ac:chgData name="Juan López Puebla" userId="6d6ec9f20abaede1" providerId="LiveId" clId="{03E15AAA-C231-48D2-A275-28490D609408}" dt="2026-10-27T19:25:35.183" v="1233" actId="14100"/>
          <ac:spMkLst>
            <pc:docMk/>
            <pc:sldMk cId="0" sldId="301"/>
            <ac:spMk id="19" creationId="{954F1786-D8DB-4161-2699-6AD35341E5DD}"/>
          </ac:spMkLst>
        </pc:spChg>
        <pc:spChg chg="add mod">
          <ac:chgData name="Juan López Puebla" userId="6d6ec9f20abaede1" providerId="LiveId" clId="{03E15AAA-C231-48D2-A275-28490D609408}" dt="2026-10-27T19:11:58.254" v="988" actId="208"/>
          <ac:spMkLst>
            <pc:docMk/>
            <pc:sldMk cId="0" sldId="301"/>
            <ac:spMk id="21" creationId="{DCF4B112-1445-0135-668F-A9890CAEAFA9}"/>
          </ac:spMkLst>
        </pc:spChg>
        <pc:spChg chg="add mod">
          <ac:chgData name="Juan López Puebla" userId="6d6ec9f20abaede1" providerId="LiveId" clId="{03E15AAA-C231-48D2-A275-28490D609408}" dt="2026-10-27T19:10:44.824" v="968" actId="20577"/>
          <ac:spMkLst>
            <pc:docMk/>
            <pc:sldMk cId="0" sldId="301"/>
            <ac:spMk id="23" creationId="{2255DD03-9CC5-9A64-20BE-A04CBCE28D65}"/>
          </ac:spMkLst>
        </pc:spChg>
        <pc:spChg chg="add mod">
          <ac:chgData name="Juan López Puebla" userId="6d6ec9f20abaede1" providerId="LiveId" clId="{03E15AAA-C231-48D2-A275-28490D609408}" dt="2026-10-27T19:21:51.599" v="1040" actId="20577"/>
          <ac:spMkLst>
            <pc:docMk/>
            <pc:sldMk cId="0" sldId="301"/>
            <ac:spMk id="25" creationId="{C9DB7DE1-71E7-8D43-AE85-039725FFC664}"/>
          </ac:spMkLst>
        </pc:spChg>
        <pc:spChg chg="add mod">
          <ac:chgData name="Juan López Puebla" userId="6d6ec9f20abaede1" providerId="LiveId" clId="{03E15AAA-C231-48D2-A275-28490D609408}" dt="2026-10-27T19:25:29.919" v="1232" actId="14100"/>
          <ac:spMkLst>
            <pc:docMk/>
            <pc:sldMk cId="0" sldId="301"/>
            <ac:spMk id="27" creationId="{E9DD3FD5-5EDD-A942-A828-4E6994D888DB}"/>
          </ac:spMkLst>
        </pc:spChg>
        <pc:spChg chg="add mod">
          <ac:chgData name="Juan López Puebla" userId="6d6ec9f20abaede1" providerId="LiveId" clId="{03E15AAA-C231-48D2-A275-28490D609408}" dt="2026-10-27T19:25:56.343" v="1237" actId="14100"/>
          <ac:spMkLst>
            <pc:docMk/>
            <pc:sldMk cId="0" sldId="301"/>
            <ac:spMk id="29" creationId="{F1A062DF-D1EA-C86E-7ECD-414D549DDCBC}"/>
          </ac:spMkLst>
        </pc:spChg>
        <pc:spChg chg="mod">
          <ac:chgData name="Juan López Puebla" userId="6d6ec9f20abaede1" providerId="LiveId" clId="{03E15AAA-C231-48D2-A275-28490D609408}" dt="2026-10-27T18:53:14.580" v="810" actId="20577"/>
          <ac:spMkLst>
            <pc:docMk/>
            <pc:sldMk cId="0" sldId="301"/>
            <ac:spMk id="102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1"/>
            <ac:spMk id="103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31:10.928" v="1349" actId="207"/>
          <ac:spMkLst>
            <pc:docMk/>
            <pc:sldMk cId="0" sldId="301"/>
            <ac:spMk id="104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04:41.832" v="814" actId="1582"/>
          <ac:spMkLst>
            <pc:docMk/>
            <pc:sldMk cId="0" sldId="301"/>
            <ac:spMk id="105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05:07.858" v="870" actId="20577"/>
          <ac:spMkLst>
            <pc:docMk/>
            <pc:sldMk cId="0" sldId="301"/>
            <ac:spMk id="106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1"/>
            <ac:spMk id="107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13:16.249" v="1032" actId="6549"/>
          <ac:spMkLst>
            <pc:docMk/>
            <pc:sldMk cId="0" sldId="301"/>
            <ac:spMk id="108" creationId="{00000000-0000-0000-0000-000000000000}"/>
          </ac:spMkLst>
        </pc:spChg>
        <pc:spChg chg="mod ord">
          <ac:chgData name="Juan López Puebla" userId="6d6ec9f20abaede1" providerId="LiveId" clId="{03E15AAA-C231-48D2-A275-28490D609408}" dt="2026-10-27T19:21:59.759" v="1041" actId="166"/>
          <ac:spMkLst>
            <pc:docMk/>
            <pc:sldMk cId="0" sldId="301"/>
            <ac:spMk id="109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21:46.529" v="1036" actId="20577"/>
          <ac:spMkLst>
            <pc:docMk/>
            <pc:sldMk cId="0" sldId="301"/>
            <ac:spMk id="110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04:36.521" v="813" actId="1582"/>
          <ac:spMkLst>
            <pc:docMk/>
            <pc:sldMk cId="0" sldId="301"/>
            <ac:spMk id="111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12:35.131" v="994" actId="14100"/>
          <ac:spMkLst>
            <pc:docMk/>
            <pc:sldMk cId="0" sldId="301"/>
            <ac:spMk id="112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04:36.521" v="813" actId="1582"/>
          <ac:spMkLst>
            <pc:docMk/>
            <pc:sldMk cId="0" sldId="301"/>
            <ac:spMk id="113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1"/>
            <ac:spMk id="114" creationId="{00000000-0000-0000-0000-000000000000}"/>
          </ac:spMkLst>
        </pc:spChg>
      </pc:sldChg>
      <pc:sldChg chg="modSp del mod ord">
        <pc:chgData name="Juan López Puebla" userId="6d6ec9f20abaede1" providerId="LiveId" clId="{03E15AAA-C231-48D2-A275-28490D609408}" dt="2026-10-27T18:03:51.045" v="64"/>
        <pc:sldMkLst>
          <pc:docMk/>
          <pc:sldMk cId="0" sldId="302"/>
        </pc:sldMkLst>
        <pc:spChg chg="mod">
          <ac:chgData name="Juan López Puebla" userId="6d6ec9f20abaede1" providerId="LiveId" clId="{03E15AAA-C231-48D2-A275-28490D609408}" dt="2026-10-27T17:55:31.106" v="61" actId="1076"/>
          <ac:spMkLst>
            <pc:docMk/>
            <pc:sldMk cId="0" sldId="302"/>
            <ac:spMk id="109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7:55:36.081" v="62" actId="1076"/>
          <ac:spMkLst>
            <pc:docMk/>
            <pc:sldMk cId="0" sldId="302"/>
            <ac:spMk id="110" creationId="{00000000-0000-0000-0000-000000000000}"/>
          </ac:spMkLst>
        </pc:spChg>
      </pc:sldChg>
      <pc:sldChg chg="delSp modSp mod modTransition">
        <pc:chgData name="Juan López Puebla" userId="6d6ec9f20abaede1" providerId="LiveId" clId="{03E15AAA-C231-48D2-A275-28490D609408}" dt="2026-10-27T21:34:46.961" v="1612" actId="478"/>
        <pc:sldMkLst>
          <pc:docMk/>
          <pc:sldMk cId="0" sldId="303"/>
        </pc:sldMkLst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05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06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13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15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19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21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24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26" creationId="{00000000-0000-0000-0000-000000000000}"/>
          </ac:spMkLst>
        </pc:spChg>
        <pc:spChg chg="del">
          <ac:chgData name="Juan López Puebla" userId="6d6ec9f20abaede1" providerId="LiveId" clId="{03E15AAA-C231-48D2-A275-28490D609408}" dt="2026-10-27T21:34:35.339" v="1609" actId="478"/>
          <ac:spMkLst>
            <pc:docMk/>
            <pc:sldMk cId="0" sldId="303"/>
            <ac:spMk id="129" creationId="{00000000-0000-0000-0000-000000000000}"/>
          </ac:spMkLst>
        </pc:spChg>
        <pc:spChg chg="del">
          <ac:chgData name="Juan López Puebla" userId="6d6ec9f20abaede1" providerId="LiveId" clId="{03E15AAA-C231-48D2-A275-28490D609408}" dt="2026-10-27T21:34:39.624" v="1610" actId="478"/>
          <ac:spMkLst>
            <pc:docMk/>
            <pc:sldMk cId="0" sldId="303"/>
            <ac:spMk id="131" creationId="{00000000-0000-0000-0000-000000000000}"/>
          </ac:spMkLst>
        </pc:spChg>
        <pc:spChg chg="del">
          <ac:chgData name="Juan López Puebla" userId="6d6ec9f20abaede1" providerId="LiveId" clId="{03E15AAA-C231-48D2-A275-28490D609408}" dt="2026-10-27T21:34:43.473" v="1611" actId="478"/>
          <ac:spMkLst>
            <pc:docMk/>
            <pc:sldMk cId="0" sldId="303"/>
            <ac:spMk id="133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34" creationId="{00000000-0000-0000-0000-000000000000}"/>
          </ac:spMkLst>
        </pc:spChg>
        <pc:spChg chg="del">
          <ac:chgData name="Juan López Puebla" userId="6d6ec9f20abaede1" providerId="LiveId" clId="{03E15AAA-C231-48D2-A275-28490D609408}" dt="2026-10-27T21:34:46.961" v="1612" actId="478"/>
          <ac:spMkLst>
            <pc:docMk/>
            <pc:sldMk cId="0" sldId="303"/>
            <ac:spMk id="135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3"/>
            <ac:spMk id="136" creationId="{00000000-0000-0000-0000-000000000000}"/>
          </ac:spMkLst>
        </pc:spChg>
      </pc:sldChg>
      <pc:sldChg chg="modSp mod modTransition">
        <pc:chgData name="Juan López Puebla" userId="6d6ec9f20abaede1" providerId="LiveId" clId="{03E15AAA-C231-48D2-A275-28490D609408}" dt="2026-10-27T20:58:06.733" v="1556"/>
        <pc:sldMkLst>
          <pc:docMk/>
          <pc:sldMk cId="0" sldId="304"/>
        </pc:sldMkLst>
        <pc:spChg chg="mod">
          <ac:chgData name="Juan López Puebla" userId="6d6ec9f20abaede1" providerId="LiveId" clId="{03E15AAA-C231-48D2-A275-28490D609408}" dt="2026-10-27T19:46:25.199" v="1403" actId="208"/>
          <ac:spMkLst>
            <pc:docMk/>
            <pc:sldMk cId="0" sldId="304"/>
            <ac:spMk id="104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46:07.372" v="1400" actId="207"/>
          <ac:spMkLst>
            <pc:docMk/>
            <pc:sldMk cId="0" sldId="304"/>
            <ac:spMk id="107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4"/>
            <ac:spMk id="108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4"/>
            <ac:spMk id="109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46:03.418" v="1399" actId="207"/>
          <ac:spMkLst>
            <pc:docMk/>
            <pc:sldMk cId="0" sldId="304"/>
            <ac:spMk id="110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46:11.248" v="1401" actId="207"/>
          <ac:spMkLst>
            <pc:docMk/>
            <pc:sldMk cId="0" sldId="304"/>
            <ac:spMk id="113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46:31.403" v="1404" actId="208"/>
          <ac:spMkLst>
            <pc:docMk/>
            <pc:sldMk cId="0" sldId="304"/>
            <ac:spMk id="114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46:37.565" v="1405" actId="207"/>
          <ac:spMkLst>
            <pc:docMk/>
            <pc:sldMk cId="0" sldId="304"/>
            <ac:spMk id="115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9:46:14.873" v="1402" actId="207"/>
          <ac:spMkLst>
            <pc:docMk/>
            <pc:sldMk cId="0" sldId="304"/>
            <ac:spMk id="116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4"/>
            <ac:spMk id="117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4"/>
            <ac:spMk id="118" creationId="{00000000-0000-0000-0000-000000000000}"/>
          </ac:spMkLst>
        </pc:spChg>
      </pc:sldChg>
      <pc:sldChg chg="addSp delSp modSp mod modTransition modAnim">
        <pc:chgData name="Juan López Puebla" userId="6d6ec9f20abaede1" providerId="LiveId" clId="{03E15AAA-C231-48D2-A275-28490D609408}" dt="2026-10-27T20:58:06.733" v="1556"/>
        <pc:sldMkLst>
          <pc:docMk/>
          <pc:sldMk cId="0" sldId="305"/>
        </pc:sldMkLst>
        <pc:spChg chg="add mod">
          <ac:chgData name="Juan López Puebla" userId="6d6ec9f20abaede1" providerId="LiveId" clId="{03E15AAA-C231-48D2-A275-28490D609408}" dt="2026-10-27T20:53:18.129" v="1496" actId="20577"/>
          <ac:spMkLst>
            <pc:docMk/>
            <pc:sldMk cId="0" sldId="305"/>
            <ac:spMk id="6" creationId="{BBFF0BA1-DFF1-2543-FD14-B16B76105FCE}"/>
          </ac:spMkLst>
        </pc:spChg>
        <pc:spChg chg="add mod">
          <ac:chgData name="Juan López Puebla" userId="6d6ec9f20abaede1" providerId="LiveId" clId="{03E15AAA-C231-48D2-A275-28490D609408}" dt="2026-10-27T20:53:29.048" v="1500" actId="20577"/>
          <ac:spMkLst>
            <pc:docMk/>
            <pc:sldMk cId="0" sldId="305"/>
            <ac:spMk id="8" creationId="{92A33FD0-3271-97DC-90B1-EFA1ADFA83E3}"/>
          </ac:spMkLst>
        </pc:spChg>
        <pc:spChg chg="add mod">
          <ac:chgData name="Juan López Puebla" userId="6d6ec9f20abaede1" providerId="LiveId" clId="{03E15AAA-C231-48D2-A275-28490D609408}" dt="2026-10-27T20:53:36.293" v="1506" actId="20577"/>
          <ac:spMkLst>
            <pc:docMk/>
            <pc:sldMk cId="0" sldId="305"/>
            <ac:spMk id="10" creationId="{ABB2EE2D-5C01-D908-845D-36D2C6FF06B7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5"/>
            <ac:spMk id="102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20:53:52.930" v="1507" actId="1076"/>
          <ac:spMkLst>
            <pc:docMk/>
            <pc:sldMk cId="0" sldId="305"/>
            <ac:spMk id="103" creationId="{00000000-0000-0000-0000-000000000000}"/>
          </ac:spMkLst>
        </pc:spChg>
        <pc:spChg chg="del mod">
          <ac:chgData name="Juan López Puebla" userId="6d6ec9f20abaede1" providerId="LiveId" clId="{03E15AAA-C231-48D2-A275-28490D609408}" dt="2026-10-27T20:45:40.374" v="1409" actId="478"/>
          <ac:spMkLst>
            <pc:docMk/>
            <pc:sldMk cId="0" sldId="305"/>
            <ac:spMk id="104" creationId="{00000000-0000-0000-0000-000000000000}"/>
          </ac:spMkLst>
        </pc:spChg>
        <pc:spChg chg="del mod">
          <ac:chgData name="Juan López Puebla" userId="6d6ec9f20abaede1" providerId="LiveId" clId="{03E15AAA-C231-48D2-A275-28490D609408}" dt="2026-10-27T20:45:34.881" v="1408" actId="478"/>
          <ac:spMkLst>
            <pc:docMk/>
            <pc:sldMk cId="0" sldId="305"/>
            <ac:spMk id="105" creationId="{00000000-0000-0000-0000-000000000000}"/>
          </ac:spMkLst>
        </pc:spChg>
        <pc:spChg chg="del mod">
          <ac:chgData name="Juan López Puebla" userId="6d6ec9f20abaede1" providerId="LiveId" clId="{03E15AAA-C231-48D2-A275-28490D609408}" dt="2026-10-27T20:45:33.089" v="1407" actId="478"/>
          <ac:spMkLst>
            <pc:docMk/>
            <pc:sldMk cId="0" sldId="305"/>
            <ac:spMk id="106" creationId="{00000000-0000-0000-0000-000000000000}"/>
          </ac:spMkLst>
        </pc:spChg>
        <pc:picChg chg="add mod modCrop">
          <ac:chgData name="Juan López Puebla" userId="6d6ec9f20abaede1" providerId="LiveId" clId="{03E15AAA-C231-48D2-A275-28490D609408}" dt="2026-10-27T20:52:14.647" v="1465" actId="1076"/>
          <ac:picMkLst>
            <pc:docMk/>
            <pc:sldMk cId="0" sldId="305"/>
            <ac:picMk id="2" creationId="{43D4A4DC-181E-EBE8-360E-31CEE8B24603}"/>
          </ac:picMkLst>
        </pc:picChg>
        <pc:picChg chg="add mod modCrop">
          <ac:chgData name="Juan López Puebla" userId="6d6ec9f20abaede1" providerId="LiveId" clId="{03E15AAA-C231-48D2-A275-28490D609408}" dt="2026-10-27T20:51:33.613" v="1460" actId="1076"/>
          <ac:picMkLst>
            <pc:docMk/>
            <pc:sldMk cId="0" sldId="305"/>
            <ac:picMk id="3" creationId="{AF4A7150-A940-A09D-365D-70F11E3A7269}"/>
          </ac:picMkLst>
        </pc:picChg>
        <pc:picChg chg="add mod modCrop">
          <ac:chgData name="Juan López Puebla" userId="6d6ec9f20abaede1" providerId="LiveId" clId="{03E15AAA-C231-48D2-A275-28490D609408}" dt="2026-10-27T20:51:56.895" v="1464" actId="1076"/>
          <ac:picMkLst>
            <pc:docMk/>
            <pc:sldMk cId="0" sldId="305"/>
            <ac:picMk id="4" creationId="{6EAAF053-F05E-3673-AA19-B3DDF030DB03}"/>
          </ac:picMkLst>
        </pc:picChg>
      </pc:sldChg>
      <pc:sldChg chg="modSp del mod">
        <pc:chgData name="Juan López Puebla" userId="6d6ec9f20abaede1" providerId="LiveId" clId="{03E15AAA-C231-48D2-A275-28490D609408}" dt="2026-10-27T20:54:15.651" v="1511" actId="47"/>
        <pc:sldMkLst>
          <pc:docMk/>
          <pc:sldMk cId="0" sldId="306"/>
        </pc:sldMkLst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6"/>
            <ac:spMk id="102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6"/>
            <ac:spMk id="103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6"/>
            <ac:spMk id="104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6"/>
            <ac:spMk id="105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0" sldId="306"/>
            <ac:spMk id="106" creationId="{00000000-0000-0000-0000-000000000000}"/>
          </ac:spMkLst>
        </pc:spChg>
      </pc:sldChg>
      <pc:sldChg chg="add del">
        <pc:chgData name="Juan López Puebla" userId="6d6ec9f20abaede1" providerId="LiveId" clId="{03E15AAA-C231-48D2-A275-28490D609408}" dt="2026-10-27T18:04:26.128" v="66"/>
        <pc:sldMkLst>
          <pc:docMk/>
          <pc:sldMk cId="3798008428" sldId="307"/>
        </pc:sldMkLst>
      </pc:sldChg>
      <pc:sldChg chg="modSp add del mod">
        <pc:chgData name="Juan López Puebla" userId="6d6ec9f20abaede1" providerId="LiveId" clId="{03E15AAA-C231-48D2-A275-28490D609408}" dt="2026-10-27T18:22:28.112" v="133"/>
        <pc:sldMkLst>
          <pc:docMk/>
          <pc:sldMk cId="2266749453" sldId="308"/>
        </pc:sldMkLst>
        <pc:graphicFrameChg chg="mod modGraphic">
          <ac:chgData name="Juan López Puebla" userId="6d6ec9f20abaede1" providerId="LiveId" clId="{03E15AAA-C231-48D2-A275-28490D609408}" dt="2026-10-27T18:17:29.542" v="131" actId="20577"/>
          <ac:graphicFrameMkLst>
            <pc:docMk/>
            <pc:sldMk cId="2266749453" sldId="308"/>
            <ac:graphicFrameMk id="120" creationId="{00000000-0000-0000-0000-000000000000}"/>
          </ac:graphicFrameMkLst>
        </pc:graphicFrameChg>
      </pc:sldChg>
      <pc:sldChg chg="modSp add del mod">
        <pc:chgData name="Juan López Puebla" userId="6d6ec9f20abaede1" providerId="LiveId" clId="{03E15AAA-C231-48D2-A275-28490D609408}" dt="2026-10-27T18:24:04.811" v="153"/>
        <pc:sldMkLst>
          <pc:docMk/>
          <pc:sldMk cId="2853792855" sldId="309"/>
        </pc:sldMkLst>
        <pc:spChg chg="mod">
          <ac:chgData name="Juan López Puebla" userId="6d6ec9f20abaede1" providerId="LiveId" clId="{03E15AAA-C231-48D2-A275-28490D609408}" dt="2026-10-27T18:22:51.779" v="139" actId="122"/>
          <ac:spMkLst>
            <pc:docMk/>
            <pc:sldMk cId="2853792855" sldId="309"/>
            <ac:spMk id="109" creationId="{00000000-0000-0000-0000-000000000000}"/>
          </ac:spMkLst>
        </pc:spChg>
        <pc:graphicFrameChg chg="modGraphic">
          <ac:chgData name="Juan López Puebla" userId="6d6ec9f20abaede1" providerId="LiveId" clId="{03E15AAA-C231-48D2-A275-28490D609408}" dt="2026-10-27T18:23:14.651" v="151" actId="14100"/>
          <ac:graphicFrameMkLst>
            <pc:docMk/>
            <pc:sldMk cId="2853792855" sldId="309"/>
            <ac:graphicFrameMk id="120" creationId="{00000000-0000-0000-0000-000000000000}"/>
          </ac:graphicFrameMkLst>
        </pc:graphicFrameChg>
      </pc:sldChg>
      <pc:sldChg chg="modSp add del mod">
        <pc:chgData name="Juan López Puebla" userId="6d6ec9f20abaede1" providerId="LiveId" clId="{03E15AAA-C231-48D2-A275-28490D609408}" dt="2026-10-27T18:24:30.823" v="160"/>
        <pc:sldMkLst>
          <pc:docMk/>
          <pc:sldMk cId="417249830" sldId="310"/>
        </pc:sldMkLst>
        <pc:graphicFrameChg chg="modGraphic">
          <ac:chgData name="Juan López Puebla" userId="6d6ec9f20abaede1" providerId="LiveId" clId="{03E15AAA-C231-48D2-A275-28490D609408}" dt="2026-10-27T18:24:04.846" v="158"/>
          <ac:graphicFrameMkLst>
            <pc:docMk/>
            <pc:sldMk cId="417249830" sldId="310"/>
            <ac:graphicFrameMk id="120" creationId="{00000000-0000-0000-0000-000000000000}"/>
          </ac:graphicFrameMkLst>
        </pc:graphicFrameChg>
      </pc:sldChg>
      <pc:sldChg chg="modSp add del mod">
        <pc:chgData name="Juan López Puebla" userId="6d6ec9f20abaede1" providerId="LiveId" clId="{03E15AAA-C231-48D2-A275-28490D609408}" dt="2026-10-27T18:23:13.653" v="150"/>
        <pc:sldMkLst>
          <pc:docMk/>
          <pc:sldMk cId="3198888558" sldId="310"/>
        </pc:sldMkLst>
        <pc:graphicFrameChg chg="modGraphic">
          <ac:chgData name="Juan López Puebla" userId="6d6ec9f20abaede1" providerId="LiveId" clId="{03E15AAA-C231-48D2-A275-28490D609408}" dt="2026-10-27T18:23:08.744" v="148"/>
          <ac:graphicFrameMkLst>
            <pc:docMk/>
            <pc:sldMk cId="3198888558" sldId="310"/>
            <ac:graphicFrameMk id="120" creationId="{00000000-0000-0000-0000-000000000000}"/>
          </ac:graphicFrameMkLst>
        </pc:graphicFrameChg>
      </pc:sldChg>
      <pc:sldChg chg="modSp add del mod">
        <pc:chgData name="Juan López Puebla" userId="6d6ec9f20abaede1" providerId="LiveId" clId="{03E15AAA-C231-48D2-A275-28490D609408}" dt="2026-10-27T18:24:48.866" v="167"/>
        <pc:sldMkLst>
          <pc:docMk/>
          <pc:sldMk cId="4040591224" sldId="311"/>
        </pc:sldMkLst>
        <pc:graphicFrameChg chg="modGraphic">
          <ac:chgData name="Juan López Puebla" userId="6d6ec9f20abaede1" providerId="LiveId" clId="{03E15AAA-C231-48D2-A275-28490D609408}" dt="2026-10-27T18:24:30.857" v="165"/>
          <ac:graphicFrameMkLst>
            <pc:docMk/>
            <pc:sldMk cId="4040591224" sldId="311"/>
            <ac:graphicFrameMk id="120" creationId="{00000000-0000-0000-0000-000000000000}"/>
          </ac:graphicFrameMkLst>
        </pc:graphicFrameChg>
      </pc:sldChg>
      <pc:sldChg chg="modSp add del mod">
        <pc:chgData name="Juan López Puebla" userId="6d6ec9f20abaede1" providerId="LiveId" clId="{03E15AAA-C231-48D2-A275-28490D609408}" dt="2026-10-27T18:35:17.532" v="417"/>
        <pc:sldMkLst>
          <pc:docMk/>
          <pc:sldMk cId="3467456005" sldId="312"/>
        </pc:sldMkLst>
        <pc:spChg chg="mod">
          <ac:chgData name="Juan López Puebla" userId="6d6ec9f20abaede1" providerId="LiveId" clId="{03E15AAA-C231-48D2-A275-28490D609408}" dt="2026-10-27T18:27:27.821" v="181" actId="14100"/>
          <ac:spMkLst>
            <pc:docMk/>
            <pc:sldMk cId="3467456005" sldId="312"/>
            <ac:spMk id="109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25:09.704" v="174"/>
          <ac:spMkLst>
            <pc:docMk/>
            <pc:sldMk cId="3467456005" sldId="312"/>
            <ac:spMk id="111" creationId="{00000000-0000-0000-0000-000000000000}"/>
          </ac:spMkLst>
        </pc:spChg>
        <pc:graphicFrameChg chg="mod modGraphic">
          <ac:chgData name="Juan López Puebla" userId="6d6ec9f20abaede1" providerId="LiveId" clId="{03E15AAA-C231-48D2-A275-28490D609408}" dt="2026-10-27T18:34:24.121" v="415" actId="20577"/>
          <ac:graphicFrameMkLst>
            <pc:docMk/>
            <pc:sldMk cId="3467456005" sldId="312"/>
            <ac:graphicFrameMk id="120" creationId="{00000000-0000-0000-0000-000000000000}"/>
          </ac:graphicFrameMkLst>
        </pc:graphicFrameChg>
      </pc:sldChg>
      <pc:sldChg chg="modSp add del mod">
        <pc:chgData name="Juan López Puebla" userId="6d6ec9f20abaede1" providerId="LiveId" clId="{03E15AAA-C231-48D2-A275-28490D609408}" dt="2026-10-27T18:35:30.990" v="424"/>
        <pc:sldMkLst>
          <pc:docMk/>
          <pc:sldMk cId="747335258" sldId="313"/>
        </pc:sldMkLst>
        <pc:graphicFrameChg chg="modGraphic">
          <ac:chgData name="Juan López Puebla" userId="6d6ec9f20abaede1" providerId="LiveId" clId="{03E15AAA-C231-48D2-A275-28490D609408}" dt="2026-10-27T18:35:17.633" v="422"/>
          <ac:graphicFrameMkLst>
            <pc:docMk/>
            <pc:sldMk cId="747335258" sldId="313"/>
            <ac:graphicFrameMk id="120" creationId="{00000000-0000-0000-0000-000000000000}"/>
          </ac:graphicFrameMkLst>
        </pc:graphicFrameChg>
      </pc:sldChg>
      <pc:sldChg chg="modSp add del mod">
        <pc:chgData name="Juan López Puebla" userId="6d6ec9f20abaede1" providerId="LiveId" clId="{03E15AAA-C231-48D2-A275-28490D609408}" dt="2026-10-27T18:35:55.413" v="431"/>
        <pc:sldMkLst>
          <pc:docMk/>
          <pc:sldMk cId="3754549057" sldId="314"/>
        </pc:sldMkLst>
        <pc:graphicFrameChg chg="modGraphic">
          <ac:chgData name="Juan López Puebla" userId="6d6ec9f20abaede1" providerId="LiveId" clId="{03E15AAA-C231-48D2-A275-28490D609408}" dt="2026-10-27T18:35:31.029" v="429"/>
          <ac:graphicFrameMkLst>
            <pc:docMk/>
            <pc:sldMk cId="3754549057" sldId="314"/>
            <ac:graphicFrameMk id="120" creationId="{00000000-0000-0000-0000-000000000000}"/>
          </ac:graphicFrameMkLst>
        </pc:graphicFrameChg>
      </pc:sldChg>
      <pc:sldChg chg="modSp add mod modTransition">
        <pc:chgData name="Juan López Puebla" userId="6d6ec9f20abaede1" providerId="LiveId" clId="{03E15AAA-C231-48D2-A275-28490D609408}" dt="2026-10-27T20:58:06.733" v="1556"/>
        <pc:sldMkLst>
          <pc:docMk/>
          <pc:sldMk cId="2929500887" sldId="315"/>
        </pc:sldMkLst>
        <pc:spChg chg="mod">
          <ac:chgData name="Juan López Puebla" userId="6d6ec9f20abaede1" providerId="LiveId" clId="{03E15AAA-C231-48D2-A275-28490D609408}" dt="2026-10-27T18:50:45.428" v="770" actId="20577"/>
          <ac:spMkLst>
            <pc:docMk/>
            <pc:sldMk cId="2929500887" sldId="315"/>
            <ac:spMk id="102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2929500887" sldId="315"/>
            <ac:spMk id="103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2929500887" sldId="315"/>
            <ac:spMk id="104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2929500887" sldId="315"/>
            <ac:spMk id="105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2929500887" sldId="315"/>
            <ac:spMk id="106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2929500887" sldId="315"/>
            <ac:spMk id="107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2929500887" sldId="315"/>
            <ac:spMk id="108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1:50.621" v="679" actId="790"/>
          <ac:spMkLst>
            <pc:docMk/>
            <pc:sldMk cId="2929500887" sldId="315"/>
            <ac:spMk id="109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18:45:27.120" v="768" actId="1076"/>
          <ac:spMkLst>
            <pc:docMk/>
            <pc:sldMk cId="2929500887" sldId="315"/>
            <ac:spMk id="111" creationId="{00000000-0000-0000-0000-000000000000}"/>
          </ac:spMkLst>
        </pc:spChg>
        <pc:graphicFrameChg chg="mod modGraphic">
          <ac:chgData name="Juan López Puebla" userId="6d6ec9f20abaede1" providerId="LiveId" clId="{03E15AAA-C231-48D2-A275-28490D609408}" dt="2026-10-27T18:41:50.621" v="679" actId="790"/>
          <ac:graphicFrameMkLst>
            <pc:docMk/>
            <pc:sldMk cId="2929500887" sldId="315"/>
            <ac:graphicFrameMk id="120" creationId="{00000000-0000-0000-0000-000000000000}"/>
          </ac:graphicFrameMkLst>
        </pc:graphicFrameChg>
      </pc:sldChg>
      <pc:sldChg chg="modSp add mod ord modTransition">
        <pc:chgData name="Juan López Puebla" userId="6d6ec9f20abaede1" providerId="LiveId" clId="{03E15AAA-C231-48D2-A275-28490D609408}" dt="2026-10-27T20:58:06.733" v="1556"/>
        <pc:sldMkLst>
          <pc:docMk/>
          <pc:sldMk cId="1424345489" sldId="316"/>
        </pc:sldMkLst>
        <pc:spChg chg="mod">
          <ac:chgData name="Juan López Puebla" userId="6d6ec9f20abaede1" providerId="LiveId" clId="{03E15AAA-C231-48D2-A275-28490D609408}" dt="2026-10-27T20:54:32.648" v="1544" actId="20577"/>
          <ac:spMkLst>
            <pc:docMk/>
            <pc:sldMk cId="1424345489" sldId="316"/>
            <ac:spMk id="112" creationId="{93352F1F-CDF9-6529-EA8F-F3FBA1F14605}"/>
          </ac:spMkLst>
        </pc:spChg>
      </pc:sldChg>
      <pc:sldChg chg="new del mod setBg">
        <pc:chgData name="Juan López Puebla" userId="6d6ec9f20abaede1" providerId="LiveId" clId="{03E15AAA-C231-48D2-A275-28490D609408}" dt="2026-10-27T21:20:01.881" v="1560"/>
        <pc:sldMkLst>
          <pc:docMk/>
          <pc:sldMk cId="2051847691" sldId="317"/>
        </pc:sldMkLst>
      </pc:sldChg>
      <pc:sldChg chg="add del">
        <pc:chgData name="Juan López Puebla" userId="6d6ec9f20abaede1" providerId="LiveId" clId="{03E15AAA-C231-48D2-A275-28490D609408}" dt="2026-10-27T21:20:18.800" v="1562"/>
        <pc:sldMkLst>
          <pc:docMk/>
          <pc:sldMk cId="138641829" sldId="318"/>
        </pc:sldMkLst>
      </pc:sldChg>
      <pc:sldChg chg="modSp add mod ord">
        <pc:chgData name="Juan López Puebla" userId="6d6ec9f20abaede1" providerId="LiveId" clId="{03E15AAA-C231-48D2-A275-28490D609408}" dt="2026-10-27T21:26:49.967" v="1608"/>
        <pc:sldMkLst>
          <pc:docMk/>
          <pc:sldMk cId="2189461047" sldId="319"/>
        </pc:sldMkLst>
        <pc:spChg chg="mod">
          <ac:chgData name="Juan López Puebla" userId="6d6ec9f20abaede1" providerId="LiveId" clId="{03E15AAA-C231-48D2-A275-28490D609408}" dt="2026-10-27T21:26:40.398" v="1606" actId="20577"/>
          <ac:spMkLst>
            <pc:docMk/>
            <pc:sldMk cId="2189461047" sldId="319"/>
            <ac:spMk id="2" creationId="{00000000-0000-0000-0000-000000000000}"/>
          </ac:spMkLst>
        </pc:spChg>
        <pc:spChg chg="mod">
          <ac:chgData name="Juan López Puebla" userId="6d6ec9f20abaede1" providerId="LiveId" clId="{03E15AAA-C231-48D2-A275-28490D609408}" dt="2026-10-27T21:24:05.652" v="1579" actId="20577"/>
          <ac:spMkLst>
            <pc:docMk/>
            <pc:sldMk cId="2189461047" sldId="319"/>
            <ac:spMk id="4" creationId="{00000000-0000-0000-0000-000000000000}"/>
          </ac:spMkLst>
        </pc:spChg>
      </pc:sldChg>
      <pc:sldMasterChg chg="modTransition modSldLayout">
        <pc:chgData name="Juan López Puebla" userId="6d6ec9f20abaede1" providerId="LiveId" clId="{03E15AAA-C231-48D2-A275-28490D609408}" dt="2026-10-27T20:58:06.733" v="1556"/>
        <pc:sldMasterMkLst>
          <pc:docMk/>
          <pc:sldMasterMk cId="0" sldId="2147483648"/>
        </pc:sldMasterMkLst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Juan López Puebla" userId="6d6ec9f20abaede1" providerId="LiveId" clId="{03E15AAA-C231-48D2-A275-28490D609408}" dt="2026-10-27T20:58:06.733" v="155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3.png"/><Relationship Id="rId4" Type="http://schemas.openxmlformats.org/officeDocument/2006/relationships/video" Target="../media/media2.mp4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s.mathworks.com/help/robotics/ug/pure-pursuit-controller.html" TargetMode="External"/><Relationship Id="rId2" Type="http://schemas.openxmlformats.org/officeDocument/2006/relationships/hyperlink" Target="https://es.mathworks.com/videos/series/understanding-model-predictive-control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homasfermi.github.io/Algorithms-for-Automated-Driving/Control/PurePursuit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1627632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500" b="1" kern="0" spc="3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SISTEMAS DE CONTROL DE VEHÍCULOS</a:t>
            </a:r>
            <a:endParaRPr lang="es-ES" sz="1500" spc="300" noProof="0" dirty="0"/>
          </a:p>
        </p:txBody>
      </p:sp>
      <p:sp>
        <p:nvSpPr>
          <p:cNvPr id="103" name="Text 1"/>
          <p:cNvSpPr txBox="1"/>
          <p:nvPr/>
        </p:nvSpPr>
        <p:spPr>
          <a:xfrm>
            <a:off x="12911328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ES" sz="1500" b="1" spc="300" noProof="0" dirty="0">
                <a:solidFill>
                  <a:srgbClr val="000000"/>
                </a:solidFill>
                <a:latin typeface="Montserrat" pitchFamily="34" charset="0"/>
              </a:rPr>
              <a:t>JUAN LÓPEZ PUEBLA</a:t>
            </a:r>
            <a:endParaRPr lang="es-ES" sz="1500" spc="300" noProof="0" dirty="0"/>
          </a:p>
        </p:txBody>
      </p:sp>
      <p:sp>
        <p:nvSpPr>
          <p:cNvPr id="104" name="Text 2"/>
          <p:cNvSpPr txBox="1"/>
          <p:nvPr/>
        </p:nvSpPr>
        <p:spPr>
          <a:xfrm>
            <a:off x="12070080" y="2084832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ES" sz="14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· 2026/27</a:t>
            </a:r>
            <a:endParaRPr lang="es-ES" sz="1400" noProof="0" dirty="0"/>
          </a:p>
        </p:txBody>
      </p:sp>
      <p:sp>
        <p:nvSpPr>
          <p:cNvPr id="105" name="Text 3"/>
          <p:cNvSpPr txBox="1"/>
          <p:nvPr/>
        </p:nvSpPr>
        <p:spPr>
          <a:xfrm>
            <a:off x="12070080" y="2414016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ES" sz="14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 OCT 2026</a:t>
            </a:r>
            <a:endParaRPr lang="es-ES" sz="1400" noProof="0" dirty="0"/>
          </a:p>
        </p:txBody>
      </p:sp>
      <p:sp>
        <p:nvSpPr>
          <p:cNvPr id="106" name="trazada"/>
          <p:cNvSpPr/>
          <p:nvPr/>
        </p:nvSpPr>
        <p:spPr>
          <a:xfrm>
            <a:off x="9326880" y="3840593"/>
            <a:ext cx="7333488" cy="1196852"/>
          </a:xfrm>
          <a:custGeom>
            <a:avLst/>
            <a:gdLst/>
            <a:ahLst/>
            <a:cxnLst/>
            <a:rect l="l" t="t" r="r" b="b"/>
            <a:pathLst>
              <a:path w="7333488" h="1196852">
                <a:moveTo>
                  <a:pt x="0" y="914287"/>
                </a:moveTo>
                <a:lnTo>
                  <a:pt x="183337" y="835387"/>
                </a:lnTo>
                <a:lnTo>
                  <a:pt x="366674" y="757075"/>
                </a:lnTo>
                <a:lnTo>
                  <a:pt x="550012" y="679936"/>
                </a:lnTo>
                <a:lnTo>
                  <a:pt x="733349" y="604545"/>
                </a:lnTo>
                <a:lnTo>
                  <a:pt x="916686" y="531465"/>
                </a:lnTo>
                <a:lnTo>
                  <a:pt x="1100023" y="461240"/>
                </a:lnTo>
                <a:lnTo>
                  <a:pt x="1283360" y="394394"/>
                </a:lnTo>
                <a:lnTo>
                  <a:pt x="1466698" y="331427"/>
                </a:lnTo>
                <a:lnTo>
                  <a:pt x="1650035" y="272807"/>
                </a:lnTo>
                <a:lnTo>
                  <a:pt x="1833372" y="218972"/>
                </a:lnTo>
                <a:lnTo>
                  <a:pt x="2016709" y="170324"/>
                </a:lnTo>
                <a:lnTo>
                  <a:pt x="2200046" y="127225"/>
                </a:lnTo>
                <a:lnTo>
                  <a:pt x="2383384" y="89997"/>
                </a:lnTo>
                <a:lnTo>
                  <a:pt x="2566721" y="58917"/>
                </a:lnTo>
                <a:lnTo>
                  <a:pt x="2750058" y="34218"/>
                </a:lnTo>
                <a:lnTo>
                  <a:pt x="2933395" y="16084"/>
                </a:lnTo>
                <a:lnTo>
                  <a:pt x="3116732" y="4649"/>
                </a:lnTo>
                <a:lnTo>
                  <a:pt x="3300070" y="0"/>
                </a:lnTo>
                <a:lnTo>
                  <a:pt x="3483407" y="2171"/>
                </a:lnTo>
                <a:lnTo>
                  <a:pt x="3666744" y="11145"/>
                </a:lnTo>
                <a:lnTo>
                  <a:pt x="3850081" y="26856"/>
                </a:lnTo>
                <a:lnTo>
                  <a:pt x="4033418" y="49187"/>
                </a:lnTo>
                <a:lnTo>
                  <a:pt x="4216756" y="77970"/>
                </a:lnTo>
                <a:lnTo>
                  <a:pt x="4400093" y="112992"/>
                </a:lnTo>
                <a:lnTo>
                  <a:pt x="4583430" y="153991"/>
                </a:lnTo>
                <a:lnTo>
                  <a:pt x="4766767" y="200662"/>
                </a:lnTo>
                <a:lnTo>
                  <a:pt x="4950104" y="252655"/>
                </a:lnTo>
                <a:lnTo>
                  <a:pt x="5133442" y="309584"/>
                </a:lnTo>
                <a:lnTo>
                  <a:pt x="5316779" y="371023"/>
                </a:lnTo>
                <a:lnTo>
                  <a:pt x="5500116" y="436515"/>
                </a:lnTo>
                <a:lnTo>
                  <a:pt x="5683453" y="505570"/>
                </a:lnTo>
                <a:lnTo>
                  <a:pt x="5866790" y="577674"/>
                </a:lnTo>
                <a:lnTo>
                  <a:pt x="6050128" y="652289"/>
                </a:lnTo>
                <a:lnTo>
                  <a:pt x="6233465" y="728858"/>
                </a:lnTo>
                <a:lnTo>
                  <a:pt x="6416802" y="806811"/>
                </a:lnTo>
                <a:lnTo>
                  <a:pt x="6600139" y="885565"/>
                </a:lnTo>
                <a:lnTo>
                  <a:pt x="6783476" y="964534"/>
                </a:lnTo>
                <a:lnTo>
                  <a:pt x="6966814" y="1043127"/>
                </a:lnTo>
                <a:lnTo>
                  <a:pt x="7150151" y="1120760"/>
                </a:lnTo>
                <a:lnTo>
                  <a:pt x="7333488" y="1196852"/>
                </a:lnTo>
              </a:path>
            </a:pathLst>
          </a:custGeom>
          <a:ln w="444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7" name="coche"/>
          <p:cNvSpPr/>
          <p:nvPr/>
        </p:nvSpPr>
        <p:spPr>
          <a:xfrm rot="-840000">
            <a:off x="9820656" y="4253114"/>
            <a:ext cx="658368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8" name="punto"/>
          <p:cNvSpPr/>
          <p:nvPr/>
        </p:nvSpPr>
        <p:spPr>
          <a:xfrm>
            <a:off x="12324740" y="3726370"/>
            <a:ext cx="237744" cy="237744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9" name="mirada"/>
          <p:cNvSpPr/>
          <p:nvPr/>
        </p:nvSpPr>
        <p:spPr>
          <a:xfrm flipV="1">
            <a:off x="10515600" y="3863530"/>
            <a:ext cx="1790852" cy="444448"/>
          </a:xfrm>
          <a:prstGeom prst="line">
            <a:avLst/>
          </a:prstGeom>
          <a:noFill/>
          <a:ln w="22225">
            <a:solidFill>
              <a:srgbClr val="000000"/>
            </a:solidFill>
            <a:prstDash val="dash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0" name="línea corta"/>
          <p:cNvSpPr/>
          <p:nvPr/>
        </p:nvSpPr>
        <p:spPr>
          <a:xfrm>
            <a:off x="1627632" y="6199632"/>
            <a:ext cx="155448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1" name="Text 9"/>
          <p:cNvSpPr txBox="1"/>
          <p:nvPr/>
        </p:nvSpPr>
        <p:spPr>
          <a:xfrm>
            <a:off x="1627632" y="6400800"/>
            <a:ext cx="1463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s-ES" sz="88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Evaluación Intermedia</a:t>
            </a:r>
            <a:endParaRPr lang="es-ES" sz="8800" noProof="0" dirty="0"/>
          </a:p>
        </p:txBody>
      </p:sp>
      <p:sp>
        <p:nvSpPr>
          <p:cNvPr id="112" name="Text 10"/>
          <p:cNvSpPr txBox="1"/>
          <p:nvPr/>
        </p:nvSpPr>
        <p:spPr>
          <a:xfrm>
            <a:off x="1627632" y="8348472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200" kern="0" spc="4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 STUDENT DRIVERLESS  ·  DE PURE PURSUIT A MPC</a:t>
            </a:r>
            <a:endParaRPr lang="es-ES" sz="2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1627632" y="1353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700" kern="0" spc="7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| CONTROL LATERAL</a:t>
            </a:r>
            <a:endParaRPr lang="es-ES" sz="1700" noProof="0" dirty="0"/>
          </a:p>
        </p:txBody>
      </p:sp>
      <p:sp>
        <p:nvSpPr>
          <p:cNvPr id="103" name="Text 1"/>
          <p:cNvSpPr txBox="1"/>
          <p:nvPr/>
        </p:nvSpPr>
        <p:spPr>
          <a:xfrm>
            <a:off x="1627632" y="27432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8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1</a:t>
            </a:r>
            <a:endParaRPr lang="es-ES" sz="8800" noProof="0" dirty="0"/>
          </a:p>
        </p:txBody>
      </p:sp>
      <p:sp>
        <p:nvSpPr>
          <p:cNvPr id="104" name="Text 2"/>
          <p:cNvSpPr txBox="1"/>
          <p:nvPr/>
        </p:nvSpPr>
        <p:spPr>
          <a:xfrm>
            <a:off x="2907792" y="2743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lateral</a:t>
            </a:r>
            <a:endParaRPr lang="es-ES" sz="3200" noProof="0" dirty="0"/>
          </a:p>
        </p:txBody>
      </p:sp>
      <p:sp>
        <p:nvSpPr>
          <p:cNvPr id="105" name="Text 3"/>
          <p:cNvSpPr txBox="1"/>
          <p:nvPr/>
        </p:nvSpPr>
        <p:spPr>
          <a:xfrm>
            <a:off x="1627632" y="46177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800" b="1" noProof="0" dirty="0">
                <a:solidFill>
                  <a:srgbClr val="9A9A9A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2</a:t>
            </a:r>
            <a:endParaRPr lang="es-ES" sz="8800" noProof="0" dirty="0"/>
          </a:p>
        </p:txBody>
      </p:sp>
      <p:sp>
        <p:nvSpPr>
          <p:cNvPr id="106" name="Text 4"/>
          <p:cNvSpPr txBox="1"/>
          <p:nvPr/>
        </p:nvSpPr>
        <p:spPr>
          <a:xfrm>
            <a:off x="2907792" y="46177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tracción</a:t>
            </a:r>
            <a:endParaRPr lang="es-ES" sz="3200" noProof="0" dirty="0"/>
          </a:p>
        </p:txBody>
      </p:sp>
      <p:sp>
        <p:nvSpPr>
          <p:cNvPr id="107" name="Text 5"/>
          <p:cNvSpPr txBox="1"/>
          <p:nvPr/>
        </p:nvSpPr>
        <p:spPr>
          <a:xfrm>
            <a:off x="1627632" y="649224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800" b="1" noProof="0" dirty="0">
                <a:solidFill>
                  <a:srgbClr val="9A9A9A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3</a:t>
            </a:r>
            <a:endParaRPr lang="es-ES" sz="8800" noProof="0" dirty="0"/>
          </a:p>
        </p:txBody>
      </p:sp>
      <p:sp>
        <p:nvSpPr>
          <p:cNvPr id="108" name="Text 6"/>
          <p:cNvSpPr txBox="1"/>
          <p:nvPr/>
        </p:nvSpPr>
        <p:spPr>
          <a:xfrm>
            <a:off x="2907792" y="6492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Neumático no lineal</a:t>
            </a:r>
            <a:endParaRPr lang="es-ES" sz="3200" noProof="0" dirty="0"/>
          </a:p>
        </p:txBody>
      </p:sp>
      <p:sp>
        <p:nvSpPr>
          <p:cNvPr id="109" name="Text 7"/>
          <p:cNvSpPr txBox="1"/>
          <p:nvPr/>
        </p:nvSpPr>
        <p:spPr>
          <a:xfrm>
            <a:off x="9372600" y="1376172"/>
            <a:ext cx="765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72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Qué profundizo</a:t>
            </a:r>
            <a:endParaRPr lang="es-ES" sz="7200" noProof="0" dirty="0"/>
          </a:p>
        </p:txBody>
      </p:sp>
      <p:graphicFrame>
        <p:nvGraphicFramePr>
          <p:cNvPr id="120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829929"/>
              </p:ext>
            </p:extLst>
          </p:nvPr>
        </p:nvGraphicFramePr>
        <p:xfrm>
          <a:off x="8953500" y="3238500"/>
          <a:ext cx="8318500" cy="4470400"/>
        </p:xfrm>
        <a:graphic>
          <a:graphicData uri="http://schemas.openxmlformats.org/drawingml/2006/table">
            <a:tbl>
              <a:tblPr firstRow="1"/>
              <a:tblGrid>
                <a:gridCol w="298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000" b="1" noProof="0" dirty="0">
                          <a:solidFill>
                            <a:srgbClr val="404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Prueba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000" b="1" noProof="0" dirty="0">
                          <a:solidFill>
                            <a:srgbClr val="404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Impacto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000" b="1" noProof="0" dirty="0">
                          <a:solidFill>
                            <a:srgbClr val="40404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Mejoras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40404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200" b="1" noProof="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Aceleración (P1)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4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○○○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2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Recta, lateral no actúa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200" b="1" noProof="0" dirty="0" err="1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Skidpad</a:t>
                      </a:r>
                      <a:r>
                        <a:rPr lang="es-ES" sz="2200" b="1" noProof="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(P2)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4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●●●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2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Cerrar el lazo de control.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22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Incrementar  v [m/s]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200" b="1" noProof="0" dirty="0" err="1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Autocross</a:t>
                      </a:r>
                      <a:r>
                        <a:rPr lang="es-ES" sz="2200" b="1" noProof="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+ </a:t>
                      </a:r>
                      <a:r>
                        <a:rPr lang="es-ES" sz="2200" b="1" noProof="0" dirty="0" err="1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Trackdrive</a:t>
                      </a:r>
                      <a:r>
                        <a:rPr lang="es-ES" sz="2200" b="1" noProof="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(P4)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4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●●●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2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  v [m/s]</a:t>
                      </a:r>
                      <a:br>
                        <a:rPr lang="es-ES" sz="22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</a:br>
                      <a:r>
                        <a:rPr lang="es-ES" sz="22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Anticipación y estabilidad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200" b="1" noProof="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ADAS (P3, P5)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4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●○○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2200" b="1" noProof="0" dirty="0">
                          <a:solidFill>
                            <a:srgbClr val="2626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Longitudinal, lateral solo mantiene el carril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1" name="Text 9"/>
          <p:cNvSpPr txBox="1"/>
          <p:nvPr/>
        </p:nvSpPr>
        <p:spPr>
          <a:xfrm>
            <a:off x="8953500" y="8072628"/>
            <a:ext cx="762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 b="1" noProof="0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Inconvenientes:  cálculo · ajuste de parámetros · dependencia del modelo</a:t>
            </a:r>
            <a:endParaRPr lang="es-ES" sz="2000" b="1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500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1627632" y="1353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700" kern="0" spc="7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| CONTROL LATERAL</a:t>
            </a:r>
            <a:endParaRPr lang="es-ES" sz="1700" noProof="0" dirty="0"/>
          </a:p>
        </p:txBody>
      </p:sp>
      <p:sp>
        <p:nvSpPr>
          <p:cNvPr id="103" name="Text 1"/>
          <p:cNvSpPr txBox="1"/>
          <p:nvPr/>
        </p:nvSpPr>
        <p:spPr>
          <a:xfrm>
            <a:off x="1627632" y="574243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58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Punto de partida</a:t>
            </a:r>
            <a:endParaRPr lang="es-ES" sz="5800" noProof="0" dirty="0"/>
          </a:p>
        </p:txBody>
      </p:sp>
      <p:sp>
        <p:nvSpPr>
          <p:cNvPr id="104" name="Text 2"/>
          <p:cNvSpPr txBox="1"/>
          <p:nvPr/>
        </p:nvSpPr>
        <p:spPr>
          <a:xfrm>
            <a:off x="1627632" y="67665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400" i="1" noProof="0" dirty="0">
                <a:solidFill>
                  <a:schemeClr val="bg1">
                    <a:lumMod val="50000"/>
                  </a:schemeClr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Decido cuánto girar el volante (δ) en cada instante según el error respecto a la trayectoria.</a:t>
            </a:r>
            <a:endParaRPr lang="es-ES" sz="2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bloque Controlador"/>
          <p:cNvSpPr/>
          <p:nvPr/>
        </p:nvSpPr>
        <p:spPr>
          <a:xfrm>
            <a:off x="10424160" y="2651760"/>
            <a:ext cx="5120640" cy="1371600"/>
          </a:xfrm>
          <a:prstGeom prst="rect">
            <a:avLst/>
          </a:prstGeom>
          <a:solidFill>
            <a:srgbClr val="FAFAFA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6" name="Text 4"/>
          <p:cNvSpPr txBox="1"/>
          <p:nvPr/>
        </p:nvSpPr>
        <p:spPr>
          <a:xfrm>
            <a:off x="10424160" y="26517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30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Controlador Lateral</a:t>
            </a:r>
            <a:endParaRPr lang="es-ES" sz="2400" noProof="0" dirty="0"/>
          </a:p>
          <a:p>
            <a:pPr marL="0" indent="0" algn="ctr">
              <a:buNone/>
            </a:pPr>
            <a:r>
              <a:rPr lang="es-ES" sz="18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Pursuit (P4)</a:t>
            </a:r>
            <a:endParaRPr lang="es-ES" sz="2400" noProof="0" dirty="0"/>
          </a:p>
        </p:txBody>
      </p:sp>
      <p:sp>
        <p:nvSpPr>
          <p:cNvPr id="107" name="bloque pasoDinamico"/>
          <p:cNvSpPr/>
          <p:nvPr/>
        </p:nvSpPr>
        <p:spPr>
          <a:xfrm>
            <a:off x="10424160" y="6309360"/>
            <a:ext cx="5120640" cy="1371600"/>
          </a:xfrm>
          <a:prstGeom prst="rect">
            <a:avLst/>
          </a:prstGeom>
          <a:solidFill>
            <a:srgbClr val="FAFAFA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8" name="Text 6"/>
          <p:cNvSpPr txBox="1"/>
          <p:nvPr/>
        </p:nvSpPr>
        <p:spPr>
          <a:xfrm>
            <a:off x="10424160" y="6309360"/>
            <a:ext cx="5120640" cy="1371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3000" b="1" noProof="0" dirty="0" err="1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pasoDinamico</a:t>
            </a:r>
            <a:endParaRPr lang="es-ES" sz="3000" b="1" noProof="0" dirty="0">
              <a:solidFill>
                <a:srgbClr val="000000"/>
              </a:solidFill>
              <a:latin typeface="Montserrat Ultra-Bold" pitchFamily="34" charset="0"/>
              <a:ea typeface="Montserrat Ultra-Bold" pitchFamily="34" charset="-122"/>
              <a:cs typeface="Montserrat Ultra-Bold" pitchFamily="34" charset="-120"/>
            </a:endParaRPr>
          </a:p>
          <a:p>
            <a:pPr marL="0" indent="0" algn="ctr">
              <a:buNone/>
            </a:pPr>
            <a:r>
              <a:rPr lang="es-ES" sz="18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Planta de la P2</a:t>
            </a:r>
            <a:endParaRPr lang="es-ES" sz="2400" noProof="0" dirty="0"/>
          </a:p>
        </p:txBody>
      </p:sp>
      <p:sp>
        <p:nvSpPr>
          <p:cNvPr id="110" name="Text 8"/>
          <p:cNvSpPr txBox="1"/>
          <p:nvPr/>
        </p:nvSpPr>
        <p:spPr>
          <a:xfrm>
            <a:off x="12603480" y="4122034"/>
            <a:ext cx="5791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r>
              <a:rPr lang="es-ES" sz="20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δ</a:t>
            </a:r>
            <a:endParaRPr lang="es-ES" sz="2000" noProof="0" dirty="0"/>
          </a:p>
        </p:txBody>
      </p:sp>
      <p:sp>
        <p:nvSpPr>
          <p:cNvPr id="111" name="línea"/>
          <p:cNvSpPr/>
          <p:nvPr/>
        </p:nvSpPr>
        <p:spPr>
          <a:xfrm flipH="1">
            <a:off x="9509760" y="6995160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2" name="línea"/>
          <p:cNvSpPr/>
          <p:nvPr/>
        </p:nvSpPr>
        <p:spPr>
          <a:xfrm flipH="1" flipV="1">
            <a:off x="9480436" y="1866899"/>
            <a:ext cx="29324" cy="5128261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3" name="línea"/>
          <p:cNvSpPr/>
          <p:nvPr/>
        </p:nvSpPr>
        <p:spPr>
          <a:xfrm>
            <a:off x="9509760" y="3337560"/>
            <a:ext cx="914400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s-ES" noProof="0" dirty="0"/>
          </a:p>
        </p:txBody>
      </p:sp>
      <p:sp>
        <p:nvSpPr>
          <p:cNvPr id="114" name="Text 12"/>
          <p:cNvSpPr txBox="1"/>
          <p:nvPr/>
        </p:nvSpPr>
        <p:spPr>
          <a:xfrm>
            <a:off x="8915400" y="4937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22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z</a:t>
            </a:r>
            <a:endParaRPr lang="es-ES" sz="2200" noProof="0" dirty="0"/>
          </a:p>
        </p:txBody>
      </p:sp>
      <p:sp>
        <p:nvSpPr>
          <p:cNvPr id="13" name="bloque Controlador">
            <a:extLst>
              <a:ext uri="{FF2B5EF4-FFF2-40B4-BE49-F238E27FC236}">
                <a16:creationId xmlns:a16="http://schemas.microsoft.com/office/drawing/2014/main" id="{369727FB-2713-4101-C4A7-553712E104C8}"/>
              </a:ext>
            </a:extLst>
          </p:cNvPr>
          <p:cNvSpPr/>
          <p:nvPr/>
        </p:nvSpPr>
        <p:spPr>
          <a:xfrm>
            <a:off x="11948160" y="1363133"/>
            <a:ext cx="3596640" cy="1011483"/>
          </a:xfrm>
          <a:prstGeom prst="rect">
            <a:avLst/>
          </a:prstGeom>
          <a:solidFill>
            <a:srgbClr val="FAFAFA"/>
          </a:solidFill>
          <a:ln w="381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ES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84C2435-C071-E5A4-0CE3-6CA0E341638A}"/>
              </a:ext>
            </a:extLst>
          </p:cNvPr>
          <p:cNvSpPr txBox="1"/>
          <p:nvPr/>
        </p:nvSpPr>
        <p:spPr>
          <a:xfrm>
            <a:off x="11948160" y="1363131"/>
            <a:ext cx="3596640" cy="10114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000" b="1" noProof="0" dirty="0">
                <a:solidFill>
                  <a:schemeClr val="bg1">
                    <a:lumMod val="50000"/>
                  </a:schemeClr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Controlador de velocidad</a:t>
            </a:r>
            <a:endParaRPr lang="es-ES" sz="16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línea">
            <a:extLst>
              <a:ext uri="{FF2B5EF4-FFF2-40B4-BE49-F238E27FC236}">
                <a16:creationId xmlns:a16="http://schemas.microsoft.com/office/drawing/2014/main" id="{954F1786-D8DB-4161-2699-6AD35341E5DD}"/>
              </a:ext>
            </a:extLst>
          </p:cNvPr>
          <p:cNvSpPr/>
          <p:nvPr/>
        </p:nvSpPr>
        <p:spPr>
          <a:xfrm flipH="1" flipV="1">
            <a:off x="16048876" y="1866898"/>
            <a:ext cx="29324" cy="3276602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línea">
            <a:extLst>
              <a:ext uri="{FF2B5EF4-FFF2-40B4-BE49-F238E27FC236}">
                <a16:creationId xmlns:a16="http://schemas.microsoft.com/office/drawing/2014/main" id="{DCF4B112-1445-0135-668F-A9890CAEAFA9}"/>
              </a:ext>
            </a:extLst>
          </p:cNvPr>
          <p:cNvSpPr/>
          <p:nvPr/>
        </p:nvSpPr>
        <p:spPr>
          <a:xfrm flipH="1">
            <a:off x="12984480" y="5143498"/>
            <a:ext cx="3093712" cy="1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255DD03-9CC5-9A64-20BE-A04CBCE28D65}"/>
              </a:ext>
            </a:extLst>
          </p:cNvPr>
          <p:cNvSpPr txBox="1"/>
          <p:nvPr/>
        </p:nvSpPr>
        <p:spPr>
          <a:xfrm>
            <a:off x="13092317" y="559346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0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 = [</a:t>
            </a:r>
            <a:r>
              <a:rPr lang="es-ES" sz="2000" noProof="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Fx</a:t>
            </a:r>
            <a:r>
              <a:rPr lang="es-ES" sz="20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δ]</a:t>
            </a:r>
            <a:endParaRPr lang="es-ES" sz="2000" noProof="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C9DB7DE1-71E7-8D43-AE85-039725FFC664}"/>
              </a:ext>
            </a:extLst>
          </p:cNvPr>
          <p:cNvSpPr txBox="1"/>
          <p:nvPr/>
        </p:nvSpPr>
        <p:spPr>
          <a:xfrm>
            <a:off x="15544800" y="4732017"/>
            <a:ext cx="5791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s-ES" sz="2000" noProof="0" dirty="0" err="1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Fx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s-ES" sz="20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línea">
            <a:extLst>
              <a:ext uri="{FF2B5EF4-FFF2-40B4-BE49-F238E27FC236}">
                <a16:creationId xmlns:a16="http://schemas.microsoft.com/office/drawing/2014/main" id="{E9DD3FD5-5EDD-A942-A828-4E6994D888DB}"/>
              </a:ext>
            </a:extLst>
          </p:cNvPr>
          <p:cNvSpPr/>
          <p:nvPr/>
        </p:nvSpPr>
        <p:spPr>
          <a:xfrm flipV="1">
            <a:off x="9509761" y="1866898"/>
            <a:ext cx="2438399" cy="2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s-ES" noProof="0" dirty="0"/>
          </a:p>
        </p:txBody>
      </p:sp>
      <p:sp>
        <p:nvSpPr>
          <p:cNvPr id="109" name="δ"/>
          <p:cNvSpPr/>
          <p:nvPr/>
        </p:nvSpPr>
        <p:spPr>
          <a:xfrm>
            <a:off x="12984480" y="4023360"/>
            <a:ext cx="0" cy="228600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línea">
            <a:extLst>
              <a:ext uri="{FF2B5EF4-FFF2-40B4-BE49-F238E27FC236}">
                <a16:creationId xmlns:a16="http://schemas.microsoft.com/office/drawing/2014/main" id="{F1A062DF-D1EA-C86E-7ECD-414D549DDCBC}"/>
              </a:ext>
            </a:extLst>
          </p:cNvPr>
          <p:cNvSpPr/>
          <p:nvPr/>
        </p:nvSpPr>
        <p:spPr>
          <a:xfrm flipH="1" flipV="1">
            <a:off x="15528406" y="1866897"/>
            <a:ext cx="52047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1627632" y="1353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700" kern="0" spc="7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| CONTROL LATERAL</a:t>
            </a:r>
            <a:endParaRPr lang="es-ES" sz="1700" noProof="0" dirty="0"/>
          </a:p>
        </p:txBody>
      </p:sp>
      <p:sp>
        <p:nvSpPr>
          <p:cNvPr id="103" name="trayectoria"/>
          <p:cNvSpPr/>
          <p:nvPr/>
        </p:nvSpPr>
        <p:spPr>
          <a:xfrm>
            <a:off x="1627632" y="2743200"/>
            <a:ext cx="3401568" cy="2194560"/>
          </a:xfrm>
          <a:custGeom>
            <a:avLst/>
            <a:gdLst/>
            <a:ahLst/>
            <a:cxnLst/>
            <a:rect l="l" t="t" r="r" b="b"/>
            <a:pathLst>
              <a:path w="3401568" h="2194560">
                <a:moveTo>
                  <a:pt x="0" y="2194560"/>
                </a:moveTo>
                <a:lnTo>
                  <a:pt x="141732" y="2190750"/>
                </a:lnTo>
                <a:lnTo>
                  <a:pt x="283464" y="2179320"/>
                </a:lnTo>
                <a:lnTo>
                  <a:pt x="425196" y="2160270"/>
                </a:lnTo>
                <a:lnTo>
                  <a:pt x="566928" y="2133600"/>
                </a:lnTo>
                <a:lnTo>
                  <a:pt x="708660" y="2099310"/>
                </a:lnTo>
                <a:lnTo>
                  <a:pt x="850392" y="2057400"/>
                </a:lnTo>
                <a:lnTo>
                  <a:pt x="992124" y="2007870"/>
                </a:lnTo>
                <a:lnTo>
                  <a:pt x="1133856" y="1950720"/>
                </a:lnTo>
                <a:lnTo>
                  <a:pt x="1275588" y="1885950"/>
                </a:lnTo>
                <a:lnTo>
                  <a:pt x="1417320" y="1813560"/>
                </a:lnTo>
                <a:lnTo>
                  <a:pt x="1559052" y="1733550"/>
                </a:lnTo>
                <a:lnTo>
                  <a:pt x="1700784" y="1645920"/>
                </a:lnTo>
                <a:lnTo>
                  <a:pt x="1842516" y="1550670"/>
                </a:lnTo>
                <a:lnTo>
                  <a:pt x="1984248" y="1447800"/>
                </a:lnTo>
                <a:lnTo>
                  <a:pt x="2125980" y="1337310"/>
                </a:lnTo>
                <a:lnTo>
                  <a:pt x="2267712" y="1219200"/>
                </a:lnTo>
                <a:lnTo>
                  <a:pt x="2409444" y="1093470"/>
                </a:lnTo>
                <a:lnTo>
                  <a:pt x="2551176" y="960120"/>
                </a:lnTo>
                <a:lnTo>
                  <a:pt x="2692908" y="819150"/>
                </a:lnTo>
                <a:lnTo>
                  <a:pt x="2834640" y="670560"/>
                </a:lnTo>
                <a:lnTo>
                  <a:pt x="2976372" y="514350"/>
                </a:lnTo>
                <a:lnTo>
                  <a:pt x="3118104" y="350520"/>
                </a:lnTo>
                <a:lnTo>
                  <a:pt x="3259836" y="179070"/>
                </a:lnTo>
                <a:lnTo>
                  <a:pt x="3401568" y="0"/>
                </a:lnTo>
              </a:path>
            </a:pathLst>
          </a:custGeom>
          <a:ln w="444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4" name="coche"/>
          <p:cNvSpPr/>
          <p:nvPr/>
        </p:nvSpPr>
        <p:spPr>
          <a:xfrm>
            <a:off x="1709928" y="4791456"/>
            <a:ext cx="658368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5" name="punto"/>
          <p:cNvSpPr/>
          <p:nvPr/>
        </p:nvSpPr>
        <p:spPr>
          <a:xfrm>
            <a:off x="3936492" y="3736086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6" name="línea"/>
          <p:cNvSpPr/>
          <p:nvPr/>
        </p:nvSpPr>
        <p:spPr>
          <a:xfrm flipV="1">
            <a:off x="2404872" y="3909822"/>
            <a:ext cx="1540764" cy="982218"/>
          </a:xfrm>
          <a:prstGeom prst="line">
            <a:avLst/>
          </a:prstGeom>
          <a:noFill/>
          <a:ln w="22225">
            <a:solidFill>
              <a:srgbClr val="000000"/>
            </a:solidFill>
            <a:prstDash val="dash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7" name="Text 5"/>
          <p:cNvSpPr txBox="1"/>
          <p:nvPr/>
        </p:nvSpPr>
        <p:spPr>
          <a:xfrm>
            <a:off x="2862072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800" i="1" noProof="0" dirty="0" err="1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L_d</a:t>
            </a:r>
            <a:endParaRPr lang="es-ES" sz="1800" noProof="0" dirty="0"/>
          </a:p>
        </p:txBody>
      </p:sp>
      <p:sp>
        <p:nvSpPr>
          <p:cNvPr id="108" name="trayectoria"/>
          <p:cNvSpPr/>
          <p:nvPr/>
        </p:nvSpPr>
        <p:spPr>
          <a:xfrm>
            <a:off x="5504688" y="4937760"/>
            <a:ext cx="3401568" cy="9144"/>
          </a:xfrm>
          <a:custGeom>
            <a:avLst/>
            <a:gdLst/>
            <a:ahLst/>
            <a:cxnLst/>
            <a:rect l="l" t="t" r="r" b="b"/>
            <a:pathLst>
              <a:path w="3401568" h="9144">
                <a:moveTo>
                  <a:pt x="0" y="0"/>
                </a:moveTo>
                <a:lnTo>
                  <a:pt x="3401568" y="0"/>
                </a:lnTo>
              </a:path>
            </a:pathLst>
          </a:custGeom>
          <a:ln w="444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9" name="coche"/>
          <p:cNvSpPr/>
          <p:nvPr/>
        </p:nvSpPr>
        <p:spPr>
          <a:xfrm rot="900000">
            <a:off x="6547104" y="3694176"/>
            <a:ext cx="658368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0" name="línea"/>
          <p:cNvSpPr/>
          <p:nvPr/>
        </p:nvSpPr>
        <p:spPr>
          <a:xfrm>
            <a:off x="7196328" y="3977640"/>
            <a:ext cx="0" cy="960120"/>
          </a:xfrm>
          <a:prstGeom prst="line">
            <a:avLst/>
          </a:prstGeom>
          <a:noFill/>
          <a:ln w="22225">
            <a:solidFill>
              <a:srgbClr val="000000"/>
            </a:solidFill>
            <a:prstDash val="dash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1" name="Text 9"/>
          <p:cNvSpPr txBox="1"/>
          <p:nvPr/>
        </p:nvSpPr>
        <p:spPr>
          <a:xfrm>
            <a:off x="7333488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800" i="1" noProof="0" dirty="0" err="1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e_y</a:t>
            </a:r>
            <a:endParaRPr lang="es-ES" sz="1800" noProof="0" dirty="0"/>
          </a:p>
        </p:txBody>
      </p:sp>
      <p:sp>
        <p:nvSpPr>
          <p:cNvPr id="112" name="Text 10"/>
          <p:cNvSpPr txBox="1"/>
          <p:nvPr/>
        </p:nvSpPr>
        <p:spPr>
          <a:xfrm>
            <a:off x="5779008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800" i="1" noProof="0" dirty="0" err="1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e_ψ</a:t>
            </a:r>
            <a:endParaRPr lang="es-ES" sz="1800" noProof="0" dirty="0"/>
          </a:p>
        </p:txBody>
      </p:sp>
      <p:sp>
        <p:nvSpPr>
          <p:cNvPr id="113" name="K"/>
          <p:cNvSpPr/>
          <p:nvPr/>
        </p:nvSpPr>
        <p:spPr>
          <a:xfrm>
            <a:off x="10479024" y="3520440"/>
            <a:ext cx="1188720" cy="914400"/>
          </a:xfrm>
          <a:prstGeom prst="rect">
            <a:avLst/>
          </a:prstGeom>
          <a:solidFill>
            <a:srgbClr val="FAFAFA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4" name="Text 12"/>
          <p:cNvSpPr txBox="1"/>
          <p:nvPr/>
        </p:nvSpPr>
        <p:spPr>
          <a:xfrm>
            <a:off x="10479024" y="3520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30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−K</a:t>
            </a:r>
            <a:endParaRPr lang="es-ES" sz="3000" noProof="0" dirty="0"/>
          </a:p>
        </p:txBody>
      </p:sp>
      <p:sp>
        <p:nvSpPr>
          <p:cNvPr id="115" name="línea"/>
          <p:cNvSpPr/>
          <p:nvPr/>
        </p:nvSpPr>
        <p:spPr>
          <a:xfrm>
            <a:off x="9381744" y="3977640"/>
            <a:ext cx="10972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6" name="línea"/>
          <p:cNvSpPr/>
          <p:nvPr/>
        </p:nvSpPr>
        <p:spPr>
          <a:xfrm>
            <a:off x="11667744" y="3977640"/>
            <a:ext cx="111556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7" name="Text 15"/>
          <p:cNvSpPr txBox="1"/>
          <p:nvPr/>
        </p:nvSpPr>
        <p:spPr>
          <a:xfrm>
            <a:off x="9473184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x</a:t>
            </a:r>
            <a:endParaRPr lang="es-ES" sz="2000" noProof="0" dirty="0"/>
          </a:p>
        </p:txBody>
      </p:sp>
      <p:sp>
        <p:nvSpPr>
          <p:cNvPr id="118" name="Text 16"/>
          <p:cNvSpPr txBox="1"/>
          <p:nvPr/>
        </p:nvSpPr>
        <p:spPr>
          <a:xfrm>
            <a:off x="12124944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δ</a:t>
            </a:r>
            <a:endParaRPr lang="es-ES" sz="2000" noProof="0" dirty="0"/>
          </a:p>
        </p:txBody>
      </p:sp>
      <p:sp>
        <p:nvSpPr>
          <p:cNvPr id="119" name="Text 17"/>
          <p:cNvSpPr txBox="1"/>
          <p:nvPr/>
        </p:nvSpPr>
        <p:spPr>
          <a:xfrm>
            <a:off x="9381744" y="475488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6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 = [</a:t>
            </a:r>
            <a:r>
              <a:rPr lang="es-ES" sz="1600" noProof="0" dirty="0" err="1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e_y</a:t>
            </a:r>
            <a:r>
              <a:rPr lang="es-ES" sz="16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s-ES" sz="1600" noProof="0" dirty="0" err="1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ė_y</a:t>
            </a:r>
            <a:r>
              <a:rPr lang="es-ES" sz="16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s-ES" sz="1600" noProof="0" dirty="0" err="1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e_ψ</a:t>
            </a:r>
            <a:r>
              <a:rPr lang="es-ES" sz="16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s-ES" sz="1600" noProof="0" dirty="0" err="1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ė_ψ</a:t>
            </a:r>
            <a:r>
              <a:rPr lang="es-ES" sz="1600" noProof="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]</a:t>
            </a:r>
            <a:endParaRPr lang="es-ES" sz="1600" noProof="0" dirty="0"/>
          </a:p>
        </p:txBody>
      </p:sp>
      <p:sp>
        <p:nvSpPr>
          <p:cNvPr id="120" name="trayectoria"/>
          <p:cNvSpPr/>
          <p:nvPr/>
        </p:nvSpPr>
        <p:spPr>
          <a:xfrm>
            <a:off x="13258800" y="2743200"/>
            <a:ext cx="3401568" cy="2194560"/>
          </a:xfrm>
          <a:custGeom>
            <a:avLst/>
            <a:gdLst/>
            <a:ahLst/>
            <a:cxnLst/>
            <a:rect l="l" t="t" r="r" b="b"/>
            <a:pathLst>
              <a:path w="3401568" h="2194560">
                <a:moveTo>
                  <a:pt x="0" y="2194560"/>
                </a:moveTo>
                <a:lnTo>
                  <a:pt x="141732" y="2190750"/>
                </a:lnTo>
                <a:lnTo>
                  <a:pt x="283464" y="2179320"/>
                </a:lnTo>
                <a:lnTo>
                  <a:pt x="425196" y="2160270"/>
                </a:lnTo>
                <a:lnTo>
                  <a:pt x="566928" y="2133600"/>
                </a:lnTo>
                <a:lnTo>
                  <a:pt x="708660" y="2099310"/>
                </a:lnTo>
                <a:lnTo>
                  <a:pt x="850392" y="2057400"/>
                </a:lnTo>
                <a:lnTo>
                  <a:pt x="992124" y="2007870"/>
                </a:lnTo>
                <a:lnTo>
                  <a:pt x="1133856" y="1950720"/>
                </a:lnTo>
                <a:lnTo>
                  <a:pt x="1275588" y="1885950"/>
                </a:lnTo>
                <a:lnTo>
                  <a:pt x="1417320" y="1813560"/>
                </a:lnTo>
                <a:lnTo>
                  <a:pt x="1559052" y="1733550"/>
                </a:lnTo>
                <a:lnTo>
                  <a:pt x="1700784" y="1645920"/>
                </a:lnTo>
                <a:lnTo>
                  <a:pt x="1842516" y="1550670"/>
                </a:lnTo>
                <a:lnTo>
                  <a:pt x="1984248" y="1447800"/>
                </a:lnTo>
                <a:lnTo>
                  <a:pt x="2125980" y="1337310"/>
                </a:lnTo>
                <a:lnTo>
                  <a:pt x="2267712" y="1219200"/>
                </a:lnTo>
                <a:lnTo>
                  <a:pt x="2409444" y="1093470"/>
                </a:lnTo>
                <a:lnTo>
                  <a:pt x="2551176" y="960120"/>
                </a:lnTo>
                <a:lnTo>
                  <a:pt x="2692908" y="819150"/>
                </a:lnTo>
                <a:lnTo>
                  <a:pt x="2834640" y="670560"/>
                </a:lnTo>
                <a:lnTo>
                  <a:pt x="2976372" y="514350"/>
                </a:lnTo>
                <a:lnTo>
                  <a:pt x="3118104" y="350520"/>
                </a:lnTo>
                <a:lnTo>
                  <a:pt x="3259836" y="179070"/>
                </a:lnTo>
                <a:lnTo>
                  <a:pt x="3401568" y="0"/>
                </a:lnTo>
              </a:path>
            </a:pathLst>
          </a:custGeom>
          <a:ln w="444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1" name="coche"/>
          <p:cNvSpPr/>
          <p:nvPr/>
        </p:nvSpPr>
        <p:spPr>
          <a:xfrm>
            <a:off x="13341096" y="4791456"/>
            <a:ext cx="658368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2" name="punto"/>
          <p:cNvSpPr/>
          <p:nvPr/>
        </p:nvSpPr>
        <p:spPr>
          <a:xfrm>
            <a:off x="14058900" y="4485894"/>
            <a:ext cx="164592" cy="16459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3" name="punto"/>
          <p:cNvSpPr/>
          <p:nvPr/>
        </p:nvSpPr>
        <p:spPr>
          <a:xfrm>
            <a:off x="14625828" y="4211574"/>
            <a:ext cx="164592" cy="164592"/>
          </a:xfrm>
          <a:prstGeom prst="ellipse">
            <a:avLst/>
          </a:prstGeom>
          <a:solidFill>
            <a:srgbClr val="000000">
              <a:alpha val="84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4" name="punto"/>
          <p:cNvSpPr/>
          <p:nvPr/>
        </p:nvSpPr>
        <p:spPr>
          <a:xfrm>
            <a:off x="15192756" y="3815334"/>
            <a:ext cx="164592" cy="164592"/>
          </a:xfrm>
          <a:prstGeom prst="ellipse">
            <a:avLst/>
          </a:prstGeom>
          <a:solidFill>
            <a:srgbClr val="000000">
              <a:alpha val="68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5" name="punto"/>
          <p:cNvSpPr/>
          <p:nvPr/>
        </p:nvSpPr>
        <p:spPr>
          <a:xfrm>
            <a:off x="15759684" y="3297174"/>
            <a:ext cx="164592" cy="164592"/>
          </a:xfrm>
          <a:prstGeom prst="ellipse">
            <a:avLst/>
          </a:prstGeom>
          <a:solidFill>
            <a:srgbClr val="000000">
              <a:alpha val="52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6" name="punto"/>
          <p:cNvSpPr/>
          <p:nvPr/>
        </p:nvSpPr>
        <p:spPr>
          <a:xfrm>
            <a:off x="16326612" y="2657094"/>
            <a:ext cx="164592" cy="164592"/>
          </a:xfrm>
          <a:prstGeom prst="ellipse">
            <a:avLst/>
          </a:prstGeom>
          <a:solidFill>
            <a:srgbClr val="000000">
              <a:alpha val="36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7" name="Text 25"/>
          <p:cNvSpPr txBox="1"/>
          <p:nvPr/>
        </p:nvSpPr>
        <p:spPr>
          <a:xfrm>
            <a:off x="133502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8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horizonte N</a:t>
            </a:r>
            <a:endParaRPr lang="es-ES" sz="1800" noProof="0" dirty="0"/>
          </a:p>
        </p:txBody>
      </p:sp>
      <p:sp>
        <p:nvSpPr>
          <p:cNvPr id="128" name="Text 26"/>
          <p:cNvSpPr txBox="1"/>
          <p:nvPr/>
        </p:nvSpPr>
        <p:spPr>
          <a:xfrm>
            <a:off x="1627632" y="54864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Pursuit</a:t>
            </a:r>
            <a:endParaRPr lang="es-ES" sz="2800" noProof="0" dirty="0"/>
          </a:p>
        </p:txBody>
      </p:sp>
      <p:sp>
        <p:nvSpPr>
          <p:cNvPr id="130" name="Text 28"/>
          <p:cNvSpPr txBox="1"/>
          <p:nvPr/>
        </p:nvSpPr>
        <p:spPr>
          <a:xfrm>
            <a:off x="5504688" y="54864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Stanley</a:t>
            </a:r>
            <a:endParaRPr lang="es-ES" sz="2800" noProof="0" dirty="0"/>
          </a:p>
        </p:txBody>
      </p:sp>
      <p:sp>
        <p:nvSpPr>
          <p:cNvPr id="132" name="Text 30"/>
          <p:cNvSpPr txBox="1"/>
          <p:nvPr/>
        </p:nvSpPr>
        <p:spPr>
          <a:xfrm>
            <a:off x="9381744" y="54864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LQR</a:t>
            </a:r>
            <a:endParaRPr lang="es-ES" sz="2800" noProof="0" dirty="0"/>
          </a:p>
        </p:txBody>
      </p:sp>
      <p:sp>
        <p:nvSpPr>
          <p:cNvPr id="134" name="Text 32"/>
          <p:cNvSpPr txBox="1"/>
          <p:nvPr/>
        </p:nvSpPr>
        <p:spPr>
          <a:xfrm>
            <a:off x="13258800" y="54864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MPC</a:t>
            </a:r>
            <a:endParaRPr lang="es-ES" sz="2800" noProof="0" dirty="0"/>
          </a:p>
        </p:txBody>
      </p:sp>
      <p:sp>
        <p:nvSpPr>
          <p:cNvPr id="136" name="Text 34"/>
          <p:cNvSpPr txBox="1"/>
          <p:nvPr/>
        </p:nvSpPr>
        <p:spPr>
          <a:xfrm>
            <a:off x="1627632" y="7589520"/>
            <a:ext cx="1463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58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De la geometría al modelo</a:t>
            </a:r>
            <a:endParaRPr lang="es-ES" sz="58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1627632" y="1353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700" kern="0" spc="7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| CONTROL LATERAL</a:t>
            </a:r>
            <a:endParaRPr lang="es-ES" sz="1700" noProof="0" dirty="0"/>
          </a:p>
        </p:txBody>
      </p:sp>
      <p:sp>
        <p:nvSpPr>
          <p:cNvPr id="103" name="línea"/>
          <p:cNvSpPr/>
          <p:nvPr/>
        </p:nvSpPr>
        <p:spPr>
          <a:xfrm>
            <a:off x="2560320" y="3657600"/>
            <a:ext cx="877824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4" name="línea"/>
          <p:cNvSpPr/>
          <p:nvPr/>
        </p:nvSpPr>
        <p:spPr>
          <a:xfrm>
            <a:off x="11338560" y="3657600"/>
            <a:ext cx="438912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5" name="fase Pure Pursuit"/>
          <p:cNvSpPr/>
          <p:nvPr/>
        </p:nvSpPr>
        <p:spPr>
          <a:xfrm>
            <a:off x="2340864" y="3438144"/>
            <a:ext cx="438912" cy="438912"/>
          </a:xfrm>
          <a:prstGeom prst="ellipse">
            <a:avLst/>
          </a:prstGeom>
          <a:solidFill>
            <a:srgbClr val="000000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6" name="Text 4"/>
          <p:cNvSpPr txBox="1"/>
          <p:nvPr/>
        </p:nvSpPr>
        <p:spPr>
          <a:xfrm>
            <a:off x="82296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2800" b="1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Pursuit</a:t>
            </a:r>
            <a:endParaRPr lang="es-ES" sz="2800" noProof="0" dirty="0"/>
          </a:p>
        </p:txBody>
      </p:sp>
      <p:sp>
        <p:nvSpPr>
          <p:cNvPr id="107" name="Text 5"/>
          <p:cNvSpPr txBox="1"/>
          <p:nvPr/>
        </p:nvSpPr>
        <p:spPr>
          <a:xfrm>
            <a:off x="82296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800" noProof="0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</a:t>
            </a:r>
            <a:endParaRPr lang="es-ES" sz="18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fase Stanley"/>
          <p:cNvSpPr/>
          <p:nvPr/>
        </p:nvSpPr>
        <p:spPr>
          <a:xfrm>
            <a:off x="6729984" y="3438144"/>
            <a:ext cx="438912" cy="438912"/>
          </a:xfrm>
          <a:prstGeom prst="ellipse">
            <a:avLst/>
          </a:prstGeom>
          <a:solidFill>
            <a:srgbClr val="FAFAFA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9" name="Text 7"/>
          <p:cNvSpPr txBox="1"/>
          <p:nvPr/>
        </p:nvSpPr>
        <p:spPr>
          <a:xfrm>
            <a:off x="521208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2800" b="1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Stanley</a:t>
            </a:r>
            <a:endParaRPr lang="es-ES" sz="2800" noProof="0" dirty="0"/>
          </a:p>
        </p:txBody>
      </p:sp>
      <p:sp>
        <p:nvSpPr>
          <p:cNvPr id="110" name="Text 8"/>
          <p:cNvSpPr txBox="1"/>
          <p:nvPr/>
        </p:nvSpPr>
        <p:spPr>
          <a:xfrm>
            <a:off x="521208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r>
              <a:rPr lang="es-ES" sz="1800" noProof="0" dirty="0" err="1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omparar</a:t>
            </a:r>
            <a:r>
              <a:rPr lang="es-ES" sz="1800" noProof="0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documentar</a:t>
            </a:r>
            <a:endParaRPr lang="es-ES" sz="18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fase LQR"/>
          <p:cNvSpPr/>
          <p:nvPr/>
        </p:nvSpPr>
        <p:spPr>
          <a:xfrm>
            <a:off x="11119104" y="3438144"/>
            <a:ext cx="438912" cy="438912"/>
          </a:xfrm>
          <a:prstGeom prst="ellipse">
            <a:avLst/>
          </a:prstGeom>
          <a:solidFill>
            <a:srgbClr val="FAFAFA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2" name="Text 10"/>
          <p:cNvSpPr txBox="1"/>
          <p:nvPr/>
        </p:nvSpPr>
        <p:spPr>
          <a:xfrm>
            <a:off x="960120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2800" b="1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LQR</a:t>
            </a:r>
            <a:endParaRPr lang="es-ES" sz="2800" noProof="0" dirty="0"/>
          </a:p>
        </p:txBody>
      </p:sp>
      <p:sp>
        <p:nvSpPr>
          <p:cNvPr id="113" name="Text 11"/>
          <p:cNvSpPr txBox="1"/>
          <p:nvPr/>
        </p:nvSpPr>
        <p:spPr>
          <a:xfrm>
            <a:off x="960120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800" noProof="0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Implementar</a:t>
            </a:r>
            <a:endParaRPr lang="es-ES" sz="18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fase MPC"/>
          <p:cNvSpPr/>
          <p:nvPr/>
        </p:nvSpPr>
        <p:spPr>
          <a:xfrm>
            <a:off x="15508224" y="3438144"/>
            <a:ext cx="438912" cy="438912"/>
          </a:xfrm>
          <a:prstGeom prst="ellipse">
            <a:avLst/>
          </a:prstGeom>
          <a:solidFill>
            <a:srgbClr val="FAFAFA"/>
          </a:solidFill>
          <a:ln w="28575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5" name="Text 13"/>
          <p:cNvSpPr txBox="1"/>
          <p:nvPr/>
        </p:nvSpPr>
        <p:spPr>
          <a:xfrm>
            <a:off x="1399032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2800" b="1" noProof="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MPC</a:t>
            </a:r>
            <a:endParaRPr lang="es-ES" sz="2800" noProof="0" dirty="0"/>
          </a:p>
        </p:txBody>
      </p:sp>
      <p:sp>
        <p:nvSpPr>
          <p:cNvPr id="116" name="Text 14"/>
          <p:cNvSpPr txBox="1"/>
          <p:nvPr/>
        </p:nvSpPr>
        <p:spPr>
          <a:xfrm>
            <a:off x="1399032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800" noProof="0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final</a:t>
            </a:r>
            <a:endParaRPr lang="es-ES" sz="18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línea corta"/>
          <p:cNvSpPr/>
          <p:nvPr/>
        </p:nvSpPr>
        <p:spPr>
          <a:xfrm>
            <a:off x="9144000" y="7232904"/>
            <a:ext cx="155448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8" name="Text 16"/>
          <p:cNvSpPr txBox="1"/>
          <p:nvPr/>
        </p:nvSpPr>
        <p:spPr>
          <a:xfrm>
            <a:off x="9144000" y="7498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58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Plan tentativo</a:t>
            </a:r>
            <a:endParaRPr lang="es-ES" sz="58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1627632" y="1353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700" kern="0" spc="7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| CONTROL LATERAL</a:t>
            </a:r>
            <a:endParaRPr lang="es-ES" sz="1700" noProof="0" dirty="0"/>
          </a:p>
        </p:txBody>
      </p:sp>
      <p:sp>
        <p:nvSpPr>
          <p:cNvPr id="103" name="Text 1"/>
          <p:cNvSpPr txBox="1"/>
          <p:nvPr/>
        </p:nvSpPr>
        <p:spPr>
          <a:xfrm>
            <a:off x="10332720" y="53035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58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Primeras pruebas</a:t>
            </a:r>
            <a:endParaRPr lang="es-ES" sz="5800" noProof="0" dirty="0"/>
          </a:p>
        </p:txBody>
      </p:sp>
      <p:pic>
        <p:nvPicPr>
          <p:cNvPr id="2" name="autocross_8ms">
            <a:hlinkClick r:id="" action="ppaction://media"/>
            <a:extLst>
              <a:ext uri="{FF2B5EF4-FFF2-40B4-BE49-F238E27FC236}">
                <a16:creationId xmlns:a16="http://schemas.microsoft.com/office/drawing/2014/main" id="{43D4A4DC-181E-EBE8-360E-31CEE8B246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4420" r="50130"/>
          <a:stretch>
            <a:fillRect/>
          </a:stretch>
        </p:blipFill>
        <p:spPr>
          <a:xfrm>
            <a:off x="469006" y="2800040"/>
            <a:ext cx="5486400" cy="6828456"/>
          </a:xfrm>
          <a:prstGeom prst="rect">
            <a:avLst/>
          </a:prstGeom>
        </p:spPr>
      </p:pic>
      <p:pic>
        <p:nvPicPr>
          <p:cNvPr id="3" name="autocross_10ms">
            <a:hlinkClick r:id="" action="ppaction://media"/>
            <a:extLst>
              <a:ext uri="{FF2B5EF4-FFF2-40B4-BE49-F238E27FC236}">
                <a16:creationId xmlns:a16="http://schemas.microsoft.com/office/drawing/2014/main" id="{AF4A7150-A940-A09D-365D-70F11E3A726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rcRect l="2742" r="51950"/>
          <a:stretch>
            <a:fillRect/>
          </a:stretch>
        </p:blipFill>
        <p:spPr>
          <a:xfrm>
            <a:off x="6400800" y="2781300"/>
            <a:ext cx="5486400" cy="6819304"/>
          </a:xfrm>
          <a:prstGeom prst="rect">
            <a:avLst/>
          </a:prstGeom>
        </p:spPr>
      </p:pic>
      <p:pic>
        <p:nvPicPr>
          <p:cNvPr id="4" name="autocross_12ms">
            <a:hlinkClick r:id="" action="ppaction://media"/>
            <a:extLst>
              <a:ext uri="{FF2B5EF4-FFF2-40B4-BE49-F238E27FC236}">
                <a16:creationId xmlns:a16="http://schemas.microsoft.com/office/drawing/2014/main" id="{6EAAF053-F05E-3673-AA19-B3DDF030DB03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rcRect l="3287" t="76" r="51713" b="-76"/>
          <a:stretch>
            <a:fillRect/>
          </a:stretch>
        </p:blipFill>
        <p:spPr>
          <a:xfrm>
            <a:off x="12344400" y="2781300"/>
            <a:ext cx="5486400" cy="6865937"/>
          </a:xfrm>
          <a:prstGeom prst="rect">
            <a:avLst/>
          </a:prstGeom>
        </p:spPr>
      </p:pic>
      <p:sp>
        <p:nvSpPr>
          <p:cNvPr id="6" name="Text 8">
            <a:extLst>
              <a:ext uri="{FF2B5EF4-FFF2-40B4-BE49-F238E27FC236}">
                <a16:creationId xmlns:a16="http://schemas.microsoft.com/office/drawing/2014/main" id="{BBFF0BA1-DFF1-2543-FD14-B16B76105FCE}"/>
              </a:ext>
            </a:extLst>
          </p:cNvPr>
          <p:cNvSpPr txBox="1"/>
          <p:nvPr/>
        </p:nvSpPr>
        <p:spPr>
          <a:xfrm>
            <a:off x="1474846" y="22479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</a:rPr>
              <a:t>V = 8 m/s </a:t>
            </a:r>
            <a:endParaRPr lang="es-ES" sz="18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2A33FD0-3271-97DC-90B1-EFA1ADFA83E3}"/>
              </a:ext>
            </a:extLst>
          </p:cNvPr>
          <p:cNvSpPr txBox="1"/>
          <p:nvPr/>
        </p:nvSpPr>
        <p:spPr>
          <a:xfrm>
            <a:off x="7406640" y="22479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</a:rPr>
              <a:t>V = 10 m/s</a:t>
            </a:r>
            <a:endParaRPr lang="es-ES" sz="18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B2EE2D-5C01-D908-845D-36D2C6FF06B7}"/>
              </a:ext>
            </a:extLst>
          </p:cNvPr>
          <p:cNvSpPr txBox="1"/>
          <p:nvPr/>
        </p:nvSpPr>
        <p:spPr>
          <a:xfrm>
            <a:off x="13350240" y="215874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</a:rPr>
              <a:t>V = 12 m/s</a:t>
            </a:r>
            <a:endParaRPr lang="es-ES" sz="18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48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129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repeatCount="indefinite" fill="remove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3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27632" y="13533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700" spc="7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| </a:t>
            </a:r>
            <a:r>
              <a:rPr lang="es-ES" sz="1700" spc="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LATERAL</a:t>
            </a:r>
            <a:endParaRPr lang="es-ES" sz="1700" spc="70" noProof="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1627632" y="1841500"/>
            <a:ext cx="150368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58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Bibliografía</a:t>
            </a:r>
          </a:p>
        </p:txBody>
      </p:sp>
      <p:sp>
        <p:nvSpPr>
          <p:cNvPr id="4" name="Referencias"/>
          <p:cNvSpPr txBox="1"/>
          <p:nvPr/>
        </p:nvSpPr>
        <p:spPr>
          <a:xfrm>
            <a:off x="1627632" y="3302000"/>
            <a:ext cx="15036800" cy="63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s-ES" sz="1600" b="1" spc="70" noProof="0" dirty="0">
                <a:solidFill>
                  <a:srgbClr val="9A9A9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REFERENCIAS</a:t>
            </a:r>
          </a:p>
          <a:p>
            <a:pPr marL="457200" indent="-457200">
              <a:spcAft>
                <a:spcPts val="1100"/>
              </a:spcAft>
              <a:buNone/>
            </a:pP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Coulter, R. C. (1992). </a:t>
            </a:r>
            <a:r>
              <a:rPr lang="es-ES" sz="18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Implementation of the Pure Pursuit Path Tracking Algorithm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(CMU-RI-TR-92-01). Carnegie Mellon University.</a:t>
            </a:r>
          </a:p>
          <a:p>
            <a:pPr marL="457200" indent="-457200">
              <a:spcAft>
                <a:spcPts val="1100"/>
              </a:spcAft>
              <a:buNone/>
            </a:pP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Thrun, S., et al. (2006). Stanley: The robot that won the DARPA Grand Challenge. </a:t>
            </a:r>
            <a:r>
              <a:rPr lang="es-ES" sz="18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Journal of Field Robotics, 23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(9), 661–692.</a:t>
            </a:r>
          </a:p>
          <a:p>
            <a:pPr marL="457200" indent="-457200">
              <a:spcAft>
                <a:spcPts val="1100"/>
              </a:spcAft>
              <a:buNone/>
            </a:pP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Rajamani, R. (2012). </a:t>
            </a:r>
            <a:r>
              <a:rPr lang="es-ES" sz="18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Vehicle Dynamics and Control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(2.ª ed.). Springer.</a:t>
            </a:r>
          </a:p>
          <a:p>
            <a:pPr marL="457200" indent="-457200">
              <a:spcAft>
                <a:spcPts val="1100"/>
              </a:spcAft>
              <a:buNone/>
            </a:pP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Borrelli, F., Bemporad, A. y Morari, M. (2017). </a:t>
            </a:r>
            <a:r>
              <a:rPr lang="es-ES" sz="18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Predictive Control for Linear and Hybrid Systems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Cambridge University Press.</a:t>
            </a:r>
          </a:p>
          <a:p>
            <a:pPr marL="457200" indent="-457200">
              <a:spcAft>
                <a:spcPts val="2400"/>
              </a:spcAft>
              <a:buNone/>
            </a:pP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de la asignatura Sistemas de Control de Vehículos, UMA (2026/27): Tema 3.3 y prácticas P2 y P4.</a:t>
            </a:r>
          </a:p>
          <a:p>
            <a:pPr marL="0" indent="0">
              <a:spcAft>
                <a:spcPts val="1100"/>
              </a:spcAft>
              <a:buNone/>
            </a:pPr>
            <a:r>
              <a:rPr lang="es-ES" sz="1600" b="1" spc="70" noProof="0" dirty="0">
                <a:solidFill>
                  <a:srgbClr val="9A9A9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RECURSOS EN LÍNEA</a:t>
            </a:r>
          </a:p>
          <a:p>
            <a:pPr marL="457200" indent="-457200">
              <a:spcAft>
                <a:spcPts val="1100"/>
              </a:spcAft>
              <a:buNone/>
            </a:pP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MathWorks. (s. f.). </a:t>
            </a:r>
            <a:r>
              <a:rPr lang="es-ES" sz="18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Understanding Model Predictive Control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[Serie de vídeos]. </a:t>
            </a:r>
            <a:r>
              <a:rPr lang="es-ES" sz="1800" noProof="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/>
              </a:rPr>
              <a:t>https://es.mathworks.com/videos/series/understanding-model-predictive-control.html</a:t>
            </a:r>
            <a:endParaRPr lang="es-ES" sz="1800" noProof="0" dirty="0">
              <a:solidFill>
                <a:srgbClr val="595959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457200" indent="-457200">
              <a:spcAft>
                <a:spcPts val="1100"/>
              </a:spcAft>
              <a:buNone/>
            </a:pPr>
            <a:r>
              <a:rPr lang="es-ES" sz="1800" noProof="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MathWorks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(s. f.). </a:t>
            </a:r>
            <a:r>
              <a:rPr lang="es-ES" sz="18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Pure Pursuit Controller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Documentación de Robotics System Toolbox. </a:t>
            </a:r>
            <a:r>
              <a:rPr lang="es-ES" sz="1800" noProof="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/>
              </a:rPr>
              <a:t>https://es.mathworks.com/help/robotics/ug/pure-pursuit-controller.html</a:t>
            </a:r>
            <a:endParaRPr lang="es-ES" sz="1800" noProof="0" dirty="0">
              <a:solidFill>
                <a:srgbClr val="595959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457200" indent="-457200">
              <a:spcAft>
                <a:spcPts val="1100"/>
              </a:spcAft>
              <a:buNone/>
            </a:pPr>
            <a:r>
              <a:rPr lang="es-ES" sz="1800" noProof="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Theers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M. y Singh, M. (s. f.). Pure Pursuit. En </a:t>
            </a:r>
            <a:r>
              <a:rPr lang="es-ES" sz="1800" i="1" noProof="0" dirty="0">
                <a:solidFill>
                  <a:srgbClr val="000000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Algorithms for Automated Driving</a:t>
            </a:r>
            <a:r>
              <a:rPr lang="es-ES" sz="18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</a:p>
          <a:p>
            <a:pPr marL="457200" indent="-457200">
              <a:spcAft>
                <a:spcPts val="1100"/>
              </a:spcAft>
              <a:buNone/>
            </a:pPr>
            <a:r>
              <a:rPr lang="es-E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/>
              </a:rPr>
              <a:t>	</a:t>
            </a:r>
            <a:r>
              <a:rPr lang="es-ES" sz="1800" noProof="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/>
              </a:rPr>
              <a:t>https://thomasfermi.github.io/Algorithms-for-Automated-Driving/Control/PurePursuit.html</a:t>
            </a:r>
            <a:endParaRPr lang="es-ES" dirty="0">
              <a:solidFill>
                <a:srgbClr val="595959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457200" indent="-457200">
              <a:spcAft>
                <a:spcPts val="1100"/>
              </a:spcAft>
              <a:buNone/>
            </a:pPr>
            <a:endParaRPr lang="es-ES" sz="1800" noProof="0" dirty="0">
              <a:solidFill>
                <a:srgbClr val="595959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9461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C17D3-6DE2-CEDE-5155-0917A8D0F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>
            <a:extLst>
              <a:ext uri="{FF2B5EF4-FFF2-40B4-BE49-F238E27FC236}">
                <a16:creationId xmlns:a16="http://schemas.microsoft.com/office/drawing/2014/main" id="{3402C723-F07E-05BF-0B93-4B29AEDCD1F6}"/>
              </a:ext>
            </a:extLst>
          </p:cNvPr>
          <p:cNvSpPr txBox="1"/>
          <p:nvPr/>
        </p:nvSpPr>
        <p:spPr>
          <a:xfrm>
            <a:off x="1627632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500" b="1" kern="0" spc="3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SISTEMAS DE CONTROL DE VEHÍCULOS</a:t>
            </a:r>
            <a:endParaRPr lang="es-ES" sz="1500" spc="300" noProof="0" dirty="0"/>
          </a:p>
        </p:txBody>
      </p:sp>
      <p:sp>
        <p:nvSpPr>
          <p:cNvPr id="103" name="Text 1">
            <a:extLst>
              <a:ext uri="{FF2B5EF4-FFF2-40B4-BE49-F238E27FC236}">
                <a16:creationId xmlns:a16="http://schemas.microsoft.com/office/drawing/2014/main" id="{94C8FE79-1FF1-22C9-4370-4D5A23B4460E}"/>
              </a:ext>
            </a:extLst>
          </p:cNvPr>
          <p:cNvSpPr txBox="1"/>
          <p:nvPr/>
        </p:nvSpPr>
        <p:spPr>
          <a:xfrm>
            <a:off x="12911328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ES" sz="1500" b="1" spc="300" noProof="0" dirty="0">
                <a:solidFill>
                  <a:srgbClr val="000000"/>
                </a:solidFill>
                <a:latin typeface="Montserrat" pitchFamily="34" charset="0"/>
              </a:rPr>
              <a:t>JUAN LÓPEZ PUEBLA</a:t>
            </a:r>
            <a:endParaRPr lang="es-ES" sz="1500" spc="300" noProof="0" dirty="0"/>
          </a:p>
        </p:txBody>
      </p:sp>
      <p:sp>
        <p:nvSpPr>
          <p:cNvPr id="104" name="Text 2">
            <a:extLst>
              <a:ext uri="{FF2B5EF4-FFF2-40B4-BE49-F238E27FC236}">
                <a16:creationId xmlns:a16="http://schemas.microsoft.com/office/drawing/2014/main" id="{FDAFDE07-0C2F-3366-DB05-1FB0F9C17BFA}"/>
              </a:ext>
            </a:extLst>
          </p:cNvPr>
          <p:cNvSpPr txBox="1"/>
          <p:nvPr/>
        </p:nvSpPr>
        <p:spPr>
          <a:xfrm>
            <a:off x="12070080" y="2084832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ES" sz="14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· 2026/27</a:t>
            </a:r>
            <a:endParaRPr lang="es-ES" sz="1400" noProof="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5C8D6A62-9352-4C80-2F71-5F312B8F55B8}"/>
              </a:ext>
            </a:extLst>
          </p:cNvPr>
          <p:cNvSpPr txBox="1"/>
          <p:nvPr/>
        </p:nvSpPr>
        <p:spPr>
          <a:xfrm>
            <a:off x="12070080" y="2414016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ES" sz="14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 OCT 2026</a:t>
            </a:r>
            <a:endParaRPr lang="es-ES" sz="1400" noProof="0" dirty="0"/>
          </a:p>
        </p:txBody>
      </p:sp>
      <p:sp>
        <p:nvSpPr>
          <p:cNvPr id="106" name="trazada">
            <a:extLst>
              <a:ext uri="{FF2B5EF4-FFF2-40B4-BE49-F238E27FC236}">
                <a16:creationId xmlns:a16="http://schemas.microsoft.com/office/drawing/2014/main" id="{C34F316D-8660-6252-63F5-21E8D6F5DC6E}"/>
              </a:ext>
            </a:extLst>
          </p:cNvPr>
          <p:cNvSpPr/>
          <p:nvPr/>
        </p:nvSpPr>
        <p:spPr>
          <a:xfrm>
            <a:off x="9326880" y="3840593"/>
            <a:ext cx="7333488" cy="1196852"/>
          </a:xfrm>
          <a:custGeom>
            <a:avLst/>
            <a:gdLst/>
            <a:ahLst/>
            <a:cxnLst/>
            <a:rect l="l" t="t" r="r" b="b"/>
            <a:pathLst>
              <a:path w="7333488" h="1196852">
                <a:moveTo>
                  <a:pt x="0" y="914287"/>
                </a:moveTo>
                <a:lnTo>
                  <a:pt x="183337" y="835387"/>
                </a:lnTo>
                <a:lnTo>
                  <a:pt x="366674" y="757075"/>
                </a:lnTo>
                <a:lnTo>
                  <a:pt x="550012" y="679936"/>
                </a:lnTo>
                <a:lnTo>
                  <a:pt x="733349" y="604545"/>
                </a:lnTo>
                <a:lnTo>
                  <a:pt x="916686" y="531465"/>
                </a:lnTo>
                <a:lnTo>
                  <a:pt x="1100023" y="461240"/>
                </a:lnTo>
                <a:lnTo>
                  <a:pt x="1283360" y="394394"/>
                </a:lnTo>
                <a:lnTo>
                  <a:pt x="1466698" y="331427"/>
                </a:lnTo>
                <a:lnTo>
                  <a:pt x="1650035" y="272807"/>
                </a:lnTo>
                <a:lnTo>
                  <a:pt x="1833372" y="218972"/>
                </a:lnTo>
                <a:lnTo>
                  <a:pt x="2016709" y="170324"/>
                </a:lnTo>
                <a:lnTo>
                  <a:pt x="2200046" y="127225"/>
                </a:lnTo>
                <a:lnTo>
                  <a:pt x="2383384" y="89997"/>
                </a:lnTo>
                <a:lnTo>
                  <a:pt x="2566721" y="58917"/>
                </a:lnTo>
                <a:lnTo>
                  <a:pt x="2750058" y="34218"/>
                </a:lnTo>
                <a:lnTo>
                  <a:pt x="2933395" y="16084"/>
                </a:lnTo>
                <a:lnTo>
                  <a:pt x="3116732" y="4649"/>
                </a:lnTo>
                <a:lnTo>
                  <a:pt x="3300070" y="0"/>
                </a:lnTo>
                <a:lnTo>
                  <a:pt x="3483407" y="2171"/>
                </a:lnTo>
                <a:lnTo>
                  <a:pt x="3666744" y="11145"/>
                </a:lnTo>
                <a:lnTo>
                  <a:pt x="3850081" y="26856"/>
                </a:lnTo>
                <a:lnTo>
                  <a:pt x="4033418" y="49187"/>
                </a:lnTo>
                <a:lnTo>
                  <a:pt x="4216756" y="77970"/>
                </a:lnTo>
                <a:lnTo>
                  <a:pt x="4400093" y="112992"/>
                </a:lnTo>
                <a:lnTo>
                  <a:pt x="4583430" y="153991"/>
                </a:lnTo>
                <a:lnTo>
                  <a:pt x="4766767" y="200662"/>
                </a:lnTo>
                <a:lnTo>
                  <a:pt x="4950104" y="252655"/>
                </a:lnTo>
                <a:lnTo>
                  <a:pt x="5133442" y="309584"/>
                </a:lnTo>
                <a:lnTo>
                  <a:pt x="5316779" y="371023"/>
                </a:lnTo>
                <a:lnTo>
                  <a:pt x="5500116" y="436515"/>
                </a:lnTo>
                <a:lnTo>
                  <a:pt x="5683453" y="505570"/>
                </a:lnTo>
                <a:lnTo>
                  <a:pt x="5866790" y="577674"/>
                </a:lnTo>
                <a:lnTo>
                  <a:pt x="6050128" y="652289"/>
                </a:lnTo>
                <a:lnTo>
                  <a:pt x="6233465" y="728858"/>
                </a:lnTo>
                <a:lnTo>
                  <a:pt x="6416802" y="806811"/>
                </a:lnTo>
                <a:lnTo>
                  <a:pt x="6600139" y="885565"/>
                </a:lnTo>
                <a:lnTo>
                  <a:pt x="6783476" y="964534"/>
                </a:lnTo>
                <a:lnTo>
                  <a:pt x="6966814" y="1043127"/>
                </a:lnTo>
                <a:lnTo>
                  <a:pt x="7150151" y="1120760"/>
                </a:lnTo>
                <a:lnTo>
                  <a:pt x="7333488" y="1196852"/>
                </a:lnTo>
              </a:path>
            </a:pathLst>
          </a:custGeom>
          <a:ln w="444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7" name="coche">
            <a:extLst>
              <a:ext uri="{FF2B5EF4-FFF2-40B4-BE49-F238E27FC236}">
                <a16:creationId xmlns:a16="http://schemas.microsoft.com/office/drawing/2014/main" id="{1DC9C221-E5D7-B589-0B91-302C6649E440}"/>
              </a:ext>
            </a:extLst>
          </p:cNvPr>
          <p:cNvSpPr/>
          <p:nvPr/>
        </p:nvSpPr>
        <p:spPr>
          <a:xfrm rot="-840000">
            <a:off x="9820656" y="4253114"/>
            <a:ext cx="658368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8" name="punto">
            <a:extLst>
              <a:ext uri="{FF2B5EF4-FFF2-40B4-BE49-F238E27FC236}">
                <a16:creationId xmlns:a16="http://schemas.microsoft.com/office/drawing/2014/main" id="{0CA5B938-FB60-5117-0375-11B0099AD1EB}"/>
              </a:ext>
            </a:extLst>
          </p:cNvPr>
          <p:cNvSpPr/>
          <p:nvPr/>
        </p:nvSpPr>
        <p:spPr>
          <a:xfrm>
            <a:off x="12324740" y="3726370"/>
            <a:ext cx="237744" cy="237744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9" name="mirada">
            <a:extLst>
              <a:ext uri="{FF2B5EF4-FFF2-40B4-BE49-F238E27FC236}">
                <a16:creationId xmlns:a16="http://schemas.microsoft.com/office/drawing/2014/main" id="{0C661805-7F31-7982-EA68-C16562BAFEE7}"/>
              </a:ext>
            </a:extLst>
          </p:cNvPr>
          <p:cNvSpPr/>
          <p:nvPr/>
        </p:nvSpPr>
        <p:spPr>
          <a:xfrm flipV="1">
            <a:off x="10515600" y="3863530"/>
            <a:ext cx="1790852" cy="444448"/>
          </a:xfrm>
          <a:prstGeom prst="line">
            <a:avLst/>
          </a:prstGeom>
          <a:noFill/>
          <a:ln w="22225">
            <a:solidFill>
              <a:srgbClr val="000000"/>
            </a:solidFill>
            <a:prstDash val="dash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0" name="línea corta">
            <a:extLst>
              <a:ext uri="{FF2B5EF4-FFF2-40B4-BE49-F238E27FC236}">
                <a16:creationId xmlns:a16="http://schemas.microsoft.com/office/drawing/2014/main" id="{0A7BC5EB-2B28-A11D-8811-4849FD1FB2D0}"/>
              </a:ext>
            </a:extLst>
          </p:cNvPr>
          <p:cNvSpPr/>
          <p:nvPr/>
        </p:nvSpPr>
        <p:spPr>
          <a:xfrm>
            <a:off x="1627632" y="6199632"/>
            <a:ext cx="155448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1" name="Text 9">
            <a:extLst>
              <a:ext uri="{FF2B5EF4-FFF2-40B4-BE49-F238E27FC236}">
                <a16:creationId xmlns:a16="http://schemas.microsoft.com/office/drawing/2014/main" id="{C96C2A2C-94E3-F5D4-4E8F-220CF26AD366}"/>
              </a:ext>
            </a:extLst>
          </p:cNvPr>
          <p:cNvSpPr txBox="1"/>
          <p:nvPr/>
        </p:nvSpPr>
        <p:spPr>
          <a:xfrm>
            <a:off x="1627632" y="6400800"/>
            <a:ext cx="1463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s-ES" sz="8800" b="1" noProof="0" dirty="0">
                <a:solidFill>
                  <a:srgbClr val="000000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Evaluación Intermedia</a:t>
            </a:r>
            <a:endParaRPr lang="es-ES" sz="8800" noProof="0" dirty="0"/>
          </a:p>
        </p:txBody>
      </p:sp>
      <p:sp>
        <p:nvSpPr>
          <p:cNvPr id="112" name="Text 10">
            <a:extLst>
              <a:ext uri="{FF2B5EF4-FFF2-40B4-BE49-F238E27FC236}">
                <a16:creationId xmlns:a16="http://schemas.microsoft.com/office/drawing/2014/main" id="{93352F1F-CDF9-6529-EA8F-F3FBA1F14605}"/>
              </a:ext>
            </a:extLst>
          </p:cNvPr>
          <p:cNvSpPr txBox="1"/>
          <p:nvPr/>
        </p:nvSpPr>
        <p:spPr>
          <a:xfrm>
            <a:off x="1627632" y="8348472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200" kern="0" spc="400" noProof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 POR LA ATENCIÓN</a:t>
            </a:r>
            <a:endParaRPr lang="es-ES" sz="2200" noProof="0" dirty="0"/>
          </a:p>
        </p:txBody>
      </p:sp>
    </p:spTree>
    <p:extLst>
      <p:ext uri="{BB962C8B-B14F-4D97-AF65-F5344CB8AC3E}">
        <p14:creationId xmlns:p14="http://schemas.microsoft.com/office/powerpoint/2010/main" val="1424345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534B61-35D6-420F-8F66-E8488E6999F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24020bf-2c79-47e4-b2d6-e41c247b41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Personalizado</PresentationFormat>
  <Paragraphs>91</Paragraphs>
  <Slides>8</Slides>
  <Notes>0</Notes>
  <HiddenSlides>0</HiddenSlides>
  <MMClips>3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Montserrat</vt:lpstr>
      <vt:lpstr>Arial</vt:lpstr>
      <vt:lpstr>Calibri</vt:lpstr>
      <vt:lpstr>Montserrat SemiBold</vt:lpstr>
      <vt:lpstr>Montserrat Italics</vt:lpstr>
      <vt:lpstr>Montserrat Ultra-Bold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Portafolio de fotografía - Diapositivas simples y minimalistas, color blanco</dc:title>
  <cp:lastModifiedBy>Juan Lopez Puebla</cp:lastModifiedBy>
  <cp:revision>1</cp:revision>
  <dcterms:created xsi:type="dcterms:W3CDTF">2006-08-16T00:00:00Z</dcterms:created>
  <dcterms:modified xsi:type="dcterms:W3CDTF">2026-10-27T21:34:54Z</dcterms:modified>
  <dc:identifier>DAHZODxLJMM</dc:identifier>
</cp:coreProperties>
</file>